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861" r:id="rId2"/>
    <p:sldId id="954" r:id="rId3"/>
    <p:sldId id="955" r:id="rId4"/>
    <p:sldId id="956" r:id="rId5"/>
    <p:sldId id="957" r:id="rId6"/>
    <p:sldId id="958" r:id="rId7"/>
    <p:sldId id="959" r:id="rId8"/>
    <p:sldId id="960" r:id="rId9"/>
    <p:sldId id="961" r:id="rId10"/>
    <p:sldId id="962" r:id="rId11"/>
    <p:sldId id="963" r:id="rId12"/>
    <p:sldId id="964" r:id="rId13"/>
    <p:sldId id="965" r:id="rId14"/>
    <p:sldId id="966" r:id="rId15"/>
    <p:sldId id="967" r:id="rId16"/>
    <p:sldId id="968" r:id="rId17"/>
    <p:sldId id="969" r:id="rId1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00FF"/>
    <a:srgbClr val="0066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24" autoAdjust="0"/>
  </p:normalViewPr>
  <p:slideViewPr>
    <p:cSldViewPr>
      <p:cViewPr varScale="1">
        <p:scale>
          <a:sx n="81" d="100"/>
          <a:sy n="81" d="100"/>
        </p:scale>
        <p:origin x="2021" y="82"/>
      </p:cViewPr>
      <p:guideLst>
        <p:guide orient="horz" pos="28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18" Type="http://schemas.openxmlformats.org/officeDocument/2006/relationships/image" Target="../media/image93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17" Type="http://schemas.openxmlformats.org/officeDocument/2006/relationships/image" Target="../media/image92.wmf"/><Relationship Id="rId2" Type="http://schemas.openxmlformats.org/officeDocument/2006/relationships/image" Target="../media/image77.wmf"/><Relationship Id="rId16" Type="http://schemas.openxmlformats.org/officeDocument/2006/relationships/image" Target="../media/image91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5" Type="http://schemas.openxmlformats.org/officeDocument/2006/relationships/image" Target="../media/image90.wmf"/><Relationship Id="rId10" Type="http://schemas.openxmlformats.org/officeDocument/2006/relationships/image" Target="../media/image85.wmf"/><Relationship Id="rId19" Type="http://schemas.openxmlformats.org/officeDocument/2006/relationships/image" Target="../media/image94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Relationship Id="rId14" Type="http://schemas.openxmlformats.org/officeDocument/2006/relationships/image" Target="../media/image8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E3696C21-40F0-4E8A-AAB9-59AF045585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3468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8T02:04:52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13476 9313,'18'-18,"158"18,-53 0,19 0,-19 0,-52 0,17-35,-53 35,-35 0,18 0,-18 0,-53 53,-18 35,18-17,-53 34,1-16,69-19,-17-17,18-18,17-17,1 0,17-18,-18 17,1 1,17-18,0 35,-18 0,0-17,18 35,0-35,0 17,0-17,0-1,0 1,0-18,0 17,36 1,16-18,19 0,17 0,0 18,36-18,-18 0,-18 0,-35 0,0 0,-36 0,1 0,0-18,-54 0</inkml:trace>
  <inkml:trace contextRef="#ctx0" brushRef="#br0" timeOffset="546.87">13635 9613,'0'0,"105"0,-52 0,36 35,-1-17,-18-1,1 18,-36-17,0-18,1 0,-19 0,1 18,-18-18,35 17,-17-17,17 36</inkml:trace>
  <inkml:trace contextRef="#ctx0" brushRef="#br0" timeOffset="1140.58">14728 9701,'18'-18,"70"18,-70-17,-1 17,19 0,-36-18,17 0,-17 18,18 0,0 0,-1 0,1 0,17 0,-17 0,-18 0</inkml:trace>
  <inkml:trace contextRef="#ctx0" brushRef="#br0" timeOffset="1734.37">14693 9983,'18'0,"87"0,-52 0,-17 0,34 0,1 0,-54 0,36 0,-35 0,17 0,-17 0,-1 0</inkml:trace>
  <inkml:trace contextRef="#ctx0" brushRef="#br0" timeOffset="2781.25">15645 9630,'18'-17,"53"17,-36 0,0 0,-17-18,35 0,-36 18,19 0,-19-35,-17 35,36-18,-36 1,17-1,-17 1,0-1,0 0,0 18,0-35,0 35,-17-18,-1 18,0-17,1 17,-19-18,1 0,0 18,0-17,-18 17,0 0,35 0,-17 0,17 0,1 0,-19 17,19 1,-1 0,18-1,-18 19,18-19,0 36,0-18,0 1,0-1,0 18,36-18,-36 0,35 1,-17-19,-18 1,35 17,-35-17,35 17,-35-17,35 17,-17-17,0-1,-1 1,1-18,0 18,-1-18,-17 0,35 0,-17 0,17 0,18 0,-17 0,17 0,-1 0,-34 0,0 0,-1 0,19-18,-19 0,-17 18,36-52,16-1</inkml:trace>
  <inkml:trace contextRef="#ctx0" brushRef="#br0" timeOffset="3906.25">16669 8625,'-18'0,"0"0,1 0,17 0,-36 18,36-18,-35 0,17 0,18 17,-17-17,17 18,-18-18,0 17,1-17,17 18,-35-18,35 18,-18-18,18 17,0-17,0 18,-18-18,18 35,0-17,0 17,0-17,0 0,0-1,0-17,0 18,0-1,18 1,0 0,-18-1,17 1,1 0,-1-18,-17 17,0-17,0 18,0 17,0-35,0 18,0-18,0 17,0 1,0-18,-17 35,-18-17,17 17,-17-35,35 18,-18-18,18 0,-18 0,1 0,-19 0,19 0,-1 18,1-18,-1 17,18-17</inkml:trace>
  <inkml:trace contextRef="#ctx0" brushRef="#br0" timeOffset="5859.37">17286 9648,'0'0,"70"0,-34 0,17 0,-18 0,-17 0,-1 0,-17 0,18 0,-1 0,-17 0,18 0,-18 0,35 0,-17 0,0 0,-1 0,1 0,0 0,-1 0,-17 0,18 0,-1 0,-17 0,18 0,-18 0,18 0,-1 0,1-18</inkml:trace>
  <inkml:trace contextRef="#ctx0" brushRef="#br0" timeOffset="7109.37">17762 9542,'18'0,"-1"0,19 18,-1 17,-17-35,-1 0,18 18,-35-18,18 0,0 0,-1 17,-17 1,-17 0,-1-1,-17 1,17-18,1 35,-1-35,0 18,1-18,17 17,-18-17,0 18,1 0,17-18,0 17</inkml:trace>
  <inkml:trace contextRef="#ctx0" brushRef="#br0" timeOffset="8578.12">18379 9718,'18'0,"53"0,-36 0,-17 0,17 0,-18 0,19 0,-19 0,19 0,-36 0,17 0,1 0,-18 0,18-17,-18-1,0 1,0-1,0 0,0 18,0-35,0 35,0-18,-36 1,36 17,-17 0,-1 0,0 0,-17 0,35 0,-18 0,-17 0,18 0,17 0,-18 0,0 0,18 0,-35 0,17 0,18 0,-17 0,-1 0,18 0,-18 17,18 1,0 0,0-18,0 17,0 19,0-19,0 18,0-35,0 18,0 17,0-17,0 0,0 17,0-17,18-1,-18 1,18-18,-18 35,35-17,-35-18,35 0,-35 0,18 0,17 0,-35 0,18 0,-18 0,17 0,1 0,0 0,-1 0,1 0,-18 0,18 0,-1 0,1 0,17 0,-35 0,18 0,-18 0,18 0,-1 0,-17 0,18 0,-1 0,1 0,0 0</inkml:trace>
  <inkml:trace contextRef="#ctx0" brushRef="#br0" timeOffset="9093.75">19032 8801,'0'0,"35"18,-17 0,-18-18,18 35,-1-35,-17 0,18 0,-18 0,0 18,0-18,0 17</inkml:trace>
  <inkml:trace contextRef="#ctx0" brushRef="#br0" timeOffset="9625">19138 9031,'0'17,"0"19,0-1,0-18,0 19,0-19,0 19,0-19,0-17,0 36,0-36,0 17,0-17,0 35,0-17,0-18,0 18,-18 17,1-17,-1-18,0 17,1 1,17 0,-36-1,19-17,-1 0</inkml:trace>
  <inkml:trace contextRef="#ctx0" brushRef="#br0" timeOffset="11406.25">19385 9031,'18'0,"-54"35,36-35,-17 18,17 17,-18-18,0 19,18-19,0-17,0 36,-17-19,17-17,0 18,0 0,0-1,0 1,0-18,17 17,-17-17,18 0,0-17,-18 17,17-18,1 1,17-19,36 19,-54-19,1 36,-18-17,18 17,-18-18,17 18,-17-18,0 1,18 17,-18-18,0 18,0-17,0-1,0 18,0 0,0 35,0-17,18 17,-18-17,17 17,-17-17,35 17,-17 0,0-35,17 0,0 35,-17-35,-18 0,18 0,17 0,-18 0,19 0,-19 0,19 0,-19 0,1-17,17-1,-17 1,-1-19,-17 36,18-35,0 17,-18-17,0 17,0-17,0 18,0-19,0 19,0 17,0-18,-18-17,0 35,18 0,-17-18,-1 18,1 0,-19 0,36 0,-17 0,17 0,-18 0,18 18,0-1,0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2:06:48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17797 4886,'0'0,"53"0,-35 0,0 0,17 0,-18 0,19 0,-1 0,-17 0,17 0,-35 0,35 0,-35 0,18 0,0 0,-1 0,-17 0,18 17,-18-17,0 18,0-18,0 35,0-35,0 18,0 17,0-17,-18-1,18 1,-35 0,17 35,1-18,-1 0,18-17,-18 17,1 0,-19 1,-17 17,36-36,-1 18,-17 1,17-1,1 18,-1-35,18-1,-18 1,1 17,17-17,-18-1,18-17,-18 18,18-18,0 18,18-18,0 17,-1-17,19 0,-19 18,19-18,-1 0,0 0,-17 0,17 0,-17 0,-18 0,35 0,-35 0,18 0,-18 0,17 0,1 0,-18 0,18 0,-1 0,-17 0,0-18</inkml:trace>
  <inkml:trace contextRef="#ctx0" brushRef="#br0" timeOffset="656.25">17903 5168,'-17'0,"34"35,18 0,1-35,-1 36,-17-19,17 1,0-18,1 35,-1-17,-18 0,19-1,-1 1,-17-18,-1 0,-17 17,36-17,-19 18</inkml:trace>
  <inkml:trace contextRef="#ctx0" brushRef="#br0" timeOffset="1203.08">18715 5274,'35'0,"35"0,-52 0,17 0,-17 0,17 0,-17 0,-18 0,18 0</inkml:trace>
  <inkml:trace contextRef="#ctx0" brushRef="#br0" timeOffset="1953.12">18697 5538,'18'0,"17"0,-35 0,35 0,-17 0,-18 0,17 0,1 0,-18 0,18 0,-1 0,1 0,0 0,-1 0,-17 0,18 0</inkml:trace>
  <inkml:trace contextRef="#ctx0" brushRef="#br0" timeOffset="3187.5">19385 5344,'0'-17,"53"17,0 0,-18 0,18 0,0 0,17 0,-34 0,-36 0,17 0,1-18,-18 0,18 18,-18-35,0 17,0-17,0 18,0-36,0 17,0 19,0-19,-18 1,0 18,18-1,-17 0,17 1,-36-1,36 18,-17-18,-1 18,18 0,-18 0,18 0,-35 0,35 0,-17 0,-1 0,-17 18,35-18,-18 18,0 17,1 0,17-17,-53 35,53-36,-35 36,35-35,-36 17,36-17,0 17,0-17,0 35,0-18,0 0,0 18,0-18,0 1,0-1,0-17,36 34,-19 37,18-54,-17-17,17 17,-17-17,17-1,-35 1,18-1,0 1,-1 0,1-1,17-17,0 18,-17-18,17 0,-17 0,0 18,-1-18,-17 0,18 0,-18 0,35 0,-17-18,-18 0,17 18,1-35</inkml:trace>
  <inkml:trace contextRef="#ctx0" brushRef="#br0" timeOffset="3875">20090 4180,'36'0,"-19"0,1 0,-18 0,18 0,-18 0,17 0</inkml:trace>
  <inkml:trace contextRef="#ctx0" brushRef="#br0" timeOffset="4937.5">20161 4374,'0'0,"0"35,0-17,0 0,0-18,0 17,0 1,0 0,0-18,0 17,0-17,0 18,0 0,0-18,0 17,0 1,0-18,0 17,0-17,0 36,0-36,0 17,0 1,0 0,0-18,0 17,0 1,0-18,0 18,0-1,0 1,0-18,-35 18,35-18,-18 0,18 0,-35 0,35 0,-18 0,0 0,1 17,-1-17,1 0,17 0</inkml:trace>
  <inkml:trace contextRef="#ctx0" brushRef="#br0" timeOffset="7046.87">20373 4357,'17'0,"-17"17,0-17,0 18,0-1,0-17,0 18,0-18,0 18,0-1,0 1,0 0,0-1,0-17,-17 18,-1 0,18-1,0-17,0 35,0-35,0 18,0-18,0 18,0-1,0-17,0 18,0 17,18-35,-18 18,17-18,1 0,0 0,-1 0,1 0,-18 0,35 0,-17 0,-18 0,35 0,-17 0,-18 0,35-18,-17 1,-18 17,0-18,0-17,0 17,0 18,0-18,17-17,-17 0,0 35,0-18,0 1,0-1,0 18,0-18,0 1,0 17,0 0,0 17,0 1,0 0,0 17,0-35,18 35,-18-35,17 35,-17-35,18 36,-18-36,18 17,-18-17,0 18,0-18,0 18,17-18,-17 0,18 0,-18 0,35 0,-35 0,18 0,0 0,-18 0,35-18,-35 0,18 18,-1-17,-17-1,18 0,-1 18,1-35,0 35,-1-17,-17-1,0 18,0-18,0 18,0-17,0-1,0 18,0-18,0 1,0-1,0 18,0-18,0 1,-35-1,35 1,0-1,-18 18,1-18,17 18</inkml:trace>
  <inkml:trace contextRef="#ctx0" brushRef="#br0" timeOffset="8421.84">20443 4357,'0'0,"18"0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8T02:06:59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18856 1975,'17'0,"19"0,-19 0,36 0,-35 0,35 0,-18 0,36 0,-19 0,-16 0,-1 0,18 0,-18 0,-17 0,17 0,-17 0,-18 0,17 0,-17-17,18-1,-18-17,0 17,18 18,-18-35,0 17,0 1,0-19,-36-16,19 34,17 0,0 1,-18-1,1 0,-1 18,18 0,-18 0,1 0,-1 0,0 0,1 0,-1 0,-17 0,35 0,-18 18,-17 0,35-18,-18 35,-17 0,17-35,1 35,-19-35,1 36,17-19,-17 1,18-18,17 18,0-18,0 17,0-17,0 36,0-36,0 17,0-17,0 18,0-1,0 1,17 17,1 1,-18-1,0-35,0 53,17-18,-17-17,18 17,17 0,-35-35,36 36,-36-36,17 17,36-17,-53 0,35 0,-17 0,17 0,-35 18,18-18,0 0,-1 0,1 0,0 0,-1 0,1 0,0 0,-1 0,-17 0,18 0,-18 0,17 0,1 0</inkml:trace>
  <inkml:trace contextRef="#ctx0" brushRef="#br0" timeOffset="2750">19649 1482,'0'0,"18"0,0 0,-1 0,1 0,0 0,-1 0,1 0,-18-18,18 18,-18 0,17 0,-17 0,18 0,-1 0,-17 0,18 0,0 0,-18 0,17 0,-17-18,18 1,-18 17</inkml:trace>
  <inkml:trace contextRef="#ctx0" brushRef="#br0" timeOffset="3453.12">20090 1094,'0'0,"18"0,0 17,-18-17,17 0,-17 0</inkml:trace>
  <inkml:trace contextRef="#ctx0" brushRef="#br0" timeOffset="4375">20108 1323,'0'0,"18"35,-18-17,0-18,0 35,0-35,0 18,0-18,0 17,0 1,0 0,0-1,0 1,0-1,0 1,0 0,0 17,0-17,0-1,0 19,-18-19,18-17,0 18,0 0,-18-18,1 17,17-17,-18 18,0-18,1 0,-1 0,1 0,-1 0,0 0,1 0,-1 17,0-17</inkml:trace>
  <inkml:trace contextRef="#ctx0" brushRef="#br0" timeOffset="5109.37">20320 1393,'0'0,"70"0,-34 0,-1 0,18 0,-18 0,18 0,0 0,-18 0,0 0,-17 0,17 0,-35 0,18 0,0 0,-18 0,17 0,-17 18</inkml:trace>
  <inkml:trace contextRef="#ctx0" brushRef="#br0" timeOffset="6390.62">20443 1623,'0'-18,"35"18,-17 0,0 0,-18 0,35 0,-35 0,18 0,-18 0,17 0,1 0,0 18,-18-18,0 17,0 1,17 0,-17-1,0-17,0 18,0 0,0-18,0 17,0 1,0-1,-35 1,0 17,17-17,-35 17,35-17,1-18,-1 18,1-1,-1-17,18 0,35 0,-17 0,35 0,-36 0,1 0,0 0,-1 0,1 0,-18 0,18 0,-18 0,17 0,1 0,-1 0,-17 0,18 0,0 0,-18 0,17 0,1 0,-18-17,18-1,-18 18</inkml:trace>
  <inkml:trace contextRef="#ctx0" brushRef="#br0" timeOffset="8250">20478 811,'-17'0,"17"18,0 0,0-1,0-17,0 18,-18 0,18-1,-35 1,35 17,0-17,0-1,-18 1,18-18,0 18,0-1,0 1,0-18,18 18,-18-1,0-17,0 18,18-1,-1 1,-17-18,18 0,-18 0,17 0,1 0,-18 0,18 0,-1 0,1 0,-18 0,18 0,17-35,-17 35,-1-35,18-1,-17 19,0-19,-18 36,0-17,0 17,0-18,0 0,0 18,0-17,0 17,0 0,0 17,0-17,0 36,0-19,0-17,0 36,0 17,0-36,0 18,0-17,17 0,-17-18,18 17,-18-17,18 0,-18 0,17 0,19-17,-1-1,-35 18,18-18,-1 18,-17-17,18 17,-18-18,17 1,1-1,-18 18,18-18,-1 18,1-17,-18-1,0-17,0 35,0-18,18 0,-18 18,0-17,0 17,0-35,-18 35</inkml:trace>
  <inkml:trace contextRef="#ctx0" brushRef="#br0" timeOffset="10609.37">21360 2046,'-17'0,"-1"0,18 0,-18 0,18 18,0-1,0-17,-17 18,17-18,0 18,0-18,0 17,0-17,0 18,0-18,17 0,-17 0,18-18,-18 1,0 17,0-18,0 0,0 1,0 17,0-18,18 18,-18 18,17-1,1-17,-18 0,18 18,17-18,-53 0,1 0,-1 0,18 0,-18 0,1 0,17 0,-18 0,18 18,18-36</inkml:trace>
  <inkml:trace contextRef="#ctx0" brushRef="#br0" timeOffset="12328.12">21396 2152,'0'-18</inkml:trace>
  <inkml:trace contextRef="#ctx0" brushRef="#br0" timeOffset="13031.25">21360 2117,'-17'0,"34"35,-17-35,18 17</inkml:trace>
  <inkml:trace contextRef="#ctx0" brushRef="#br0" timeOffset="15109.37">21925 2028,'0'0,"70"0,-17 0,-35 0,35 0,-18 0,-17 0,-18 0,17 0,-17 0,18 0,-18-35,0 35,0-18,0 1,0-18,0 17,0 0,0 18,-18-35,1 17,17 1,0-19,-18 36,0-17,18-1,0 18,-17-17,-1 17,18-18,0 18,-17-18,-1 18,18 0,-35 0,35 0,-18 0,0 0,18 0,-17 0,17 18,0 0,0-18,-18 17,18 18,-18-17,1 17,17-17,-18-18,18 35,0-17,0 0,0 17,-17-35,17 35,0-17,0 17,0-17,0 17,0-17,0 17,0-18,0 19,0-19,0 19,0-19,0 19,17-19,-17 1,0-1,18 1,17 17,-17-17,-1 0,1-1,-18-17,18 18,-1 0,1-1,17 1,0-1,1 19,-1-36,-17 0,17 0,0 0,-35 0,18 0,0 0,-1 0,1 0,-1 0,-17 0,18 0,0-18,-18 0,0 1,0-1</inkml:trace>
  <inkml:trace contextRef="#ctx0" brushRef="#br0" timeOffset="16203.12">22454 1005,'18'0,"17"18,-35-18,18 0,-1 18,1-18,-18 0</inkml:trace>
  <inkml:trace contextRef="#ctx0" brushRef="#br0" timeOffset="17468.75">22489 1217,'-17'0,"17"18,0-1,0 1,0-18,0 18,0-1,0 1,0-1,0 1,17 0,-17 17,0-17,0-1,0 1,0 0,0-18,0 17,0 1,0-18,0 17,0 1,0 0,0-18,0 17,0-17,0 18,0-18,0 18,0-18,0 17,0 1,0-18,0 18,0-1,0-17,-35 36,35-36,-18 0,1 0,-1 0,18 0,-35 0,35 0,-18 0,18 0,-17-36,-1 36,18-17</inkml:trace>
  <inkml:trace contextRef="#ctx0" brushRef="#br0" timeOffset="18500">22754 1429,'17'0,"-17"0,36 0,-1 0,-17 0,-18 0,35 0,-17-18,-1 18,1 0,-18 0,18 0,-18 0,35 0,-35 0,17 0,-17 0,36 0,-19 0,19 0,-36 0,17 0,1 0,0 0,-18 0,17 0</inkml:trace>
  <inkml:trace contextRef="#ctx0" brushRef="#br0" timeOffset="19859.37">22842 1623,'0'0,"35"-18,-35 18,18-18,17 18,1-17,-19-1,1 18,-1 0,-17 18,0-18,0 17,0-17,0 18,0 0,0-18,-17 17,-1 1,18-18,-17 18,-1 17,18-17,0-1,-18-17,1 35,-1-35,18 18,-18 17,18-35,-17 0,17 18,-18-18,18 18,-18-18,1 17,17 1,0-18,17 18,-17-18,36 0,-1 0,0 0,1 0,-19 0,18 0,-17 0,-18 0,35 0,-17 0,0 0,-1 0,-17 0,18 0,0 0,-1 0,-17 0,18-18</inkml:trace>
  <inkml:trace contextRef="#ctx0" brushRef="#br0" timeOffset="21609.37">22930 864,'-17'0,"-1"18,18-18,-18 18,18-18,0 17,0 1,0-18,0 17,-17 1,17-18,0 18,0-1,0 1,0-18,0 18,0-1,0-17,0 18,0 0,0-1,0 1,0-1,0 1,0-18,17 0,1 0,0 0,-18 0,17 0,-17 0,18 0,0 0,-18 0,17 0,18-18,-17 1,17-18,-17 17,0 0,-18 18,17-17,-17-1,0 18,0-18,0 1,0 17,0-18,0 18,0-18,0 1,0-1,0 18,0 18,0-1,0 1,0 0,0-1,0 1,0 0,18 17,0-35,-18 18,0-1,17 1,-17-18,18 0,35 0,-18 0,-17 0,-1 0,1 0,-18 0,18 0,17-18,-35 1,0-1,0-17,0 17,0 18,0-18,0 1,0-1,0 18,0-18,0 1,0 17,0-18,-18 18</inkml:trace>
  <inkml:trace contextRef="#ctx0" brushRef="#br0" timeOffset="23000">22754 1376,'17'17,"36"-17,-53 0,18 0,-18 0,18 0,-1 0,19 0,-19 0,19 0,-1 0,0 0,0 0,1 0,-19 0,1 0,-18 0,18 0,-18 0,17 0,1 0,-18 0,17 0,-17 0,18 0,-18 0,18 0,-1 0,1 0,-18 0,18 0,-18 0,17 0,1 0,-18 0,18 0,-1 0,-17 0</inkml:trace>
  <inkml:trace contextRef="#ctx0" brushRef="#br0" timeOffset="23843.75">23795 1923,'0'0,"17"0,-17 0,18 0,-1 0,1 0,17 0,-17 0,17 0,-35 0,53 0,-35 0,17-18,-17 0,17 18,-17-17,-18 17,17 0,1 0,0 0,-1 0,-17-18,18 18,-18 0</inkml:trace>
  <inkml:trace contextRef="#ctx0" brushRef="#br0" timeOffset="24750">23777 2169,'18'0,"-1"0,1 0,17 0,-17 0,35 0,-18 0,-17 0,-1 0,18 0,-17 0,0 0,-1 0,1 0,0 0,-18 0,17 0,-17 0,18 0,0 0,-18 0,17 0,1 0,-18 0,17 0,19 0,-36 0,17 0,-17 0</inkml:trace>
  <inkml:trace contextRef="#ctx0" brushRef="#br0" timeOffset="25609.37">24659 1570,'0'0,"0"53,0-18,0 18,35 0,-35 0,0 17,0 1,0-1,0-17,0 18,0 17,0-17,18-1,-18 18,0-35,35 18,-35-71,0 35,0-17,0-1,0 1,0-18,0 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2:32:22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21255 6579,'0'0,"35"0,-35 0,53 0,-53 0,17 18,1-18,0 0,-18 0,17 0,1 0,0 0,-1 0,1 17,-18-17,18 18,-18-18,0 17,35 19,-18-1,-17 0,18 1,0 17,-1-36,1 18,-18 1,35-1,-35 18,53 0,-53-18,35 18,1 0,-19-18,19 18,-19-18,1 1,0-19,17 19,-18-1,1-18,17 19,-35-36,18 17,-18 1,0-18,0 18,18-18,-1 17,1-17</inkml:trace>
  <inkml:trace contextRef="#ctx0" brushRef="#br0" timeOffset="609.37">21643 7090,'-18'-17,"18"17,-18 17,1 1,-1 35,0-18,1 1,-18 52,17-53,-17 0,17 1,0-1,18 18,-17-36,17-17,0 18,-36 17,36-35</inkml:trace>
  <inkml:trace contextRef="#ctx0" brushRef="#br0" timeOffset="1234.33">22242 7002,'18'0,"35"0,-35 0,34 0,1 0,-17 0,-1 0,0 0,0 0,1 0,-19 0,-17 0,18 0,0 0,-18 0</inkml:trace>
  <inkml:trace contextRef="#ctx0" brushRef="#br0" timeOffset="2046.87">22278 7320,'17'0,"89"0,-71 0,1 0,-19 0,19 0,-19 0,-17 0,18 0,-18 0,17 0,1 0,-18 0,35-18,-35 18,18 0,-18 0,18 0</inkml:trace>
  <inkml:trace contextRef="#ctx0" brushRef="#br0" timeOffset="2734.37">22948 7232,'18'0,"123"0,17 0,-87 0,88 0,35 0,-36 0,54 0,-18 0,-70 0,-19 0,-69 0,-36 0</inkml:trace>
  <inkml:trace contextRef="#ctx0" brushRef="#br0" timeOffset="5031.25">23107 6896,'0'0,"70"0,-35 0,-17 0,0 0,17 0,0 0,36 0,-54 0,54 0,-36 0,18 0,-17 0,-19 0,-17 0,18 0,-18-17,0-1,0-17,0-18,0 18,0-36,0 36,0-18,0 18,0-18,0 17,0 1,0 18,0-19,0 1,0 17,0 1,0-19,0 19,0-18,0 35,0-18,0 18,17-18,-17 1,18 17,-18-18,18 18,-18 0,17 0,1 0,17 0,-35 0,18-35,0 35,-1 0,1 0,-1 0,-17 0,18 0,0 0,-1 0,19 0,-19 0,19 0,-36 0,17 0,1 0,-1 17,-17-17,18 18,-18-18,0 18,0-1,0 1,18 0,-18-1,0 1,0-18,0 35,0-35,0 35,0-17,0 0,0 17,0-17,0 34,0-34,0 0,0-1,0 19,0-19,0 1,0 0,0-1,0-17,-18 35,0-17,18-18,-17 35,17-17,-18 17,1-17,17-18,0 18,-18-1,18-17,-18 36,18-36,-17 17,-1 1,18-1,-18-17,18 18,18-18,35 0,-35 0,87 0,-34 0,17 0,53 0,-53 0,-70 0,17 0,-35 0</inkml:trace>
  <inkml:trace contextRef="#ctx0" brushRef="#br0" timeOffset="7453.12">23212 8025,'18'0,"70"0,-52 0,-19 0,1 0,-18 0,17 0,1 0,0-17,-18-1,0 0,0-17,0 17,-18-17,18 0,-18 0,1 17,17-17,0-18,0 35,0-17,0 17,0-17,0 17,0 18,0-35,0 17,0 18,0-17,0-1,17 0,-17 18,18-17,0-1,-1 18,1-17,0 17,17-18,0 0,-17 18,-18 0,18 0,-1 0,1 0,-1 0,1 0,-18 0,18 0,-1 0,1 18,0-18,-1 0,1 18,0-18,-1 35,1-18,-1-17,19 18,-19 0,1-1,0 1,-1 0,-17-18,18 17,-18-17,18 18,-18 0,0-18,0 17,0 1,0-18,0 17,0 1,0-18,0 18,0 17,0-35,0 18,0-18,0 17,0 1,0-18,0 18,0-1,0 1,0-18,-18 35,0-17,18-18,-17 17,17-17,-18 18,18-18,-18 18,18-18,-17 35,-1-35,18 0,35 0,1 0,17 0,-1 0,-16 0,-1 0,18 0,-53 0,35 0,-35 0,18 0,-1 0,-17 0,18 0,-18 0,35 0,-35 0</inkml:trace>
  <inkml:trace contextRef="#ctx0" brushRef="#br0" timeOffset="8125">24359 7849,'0'0,"0"70,0-34,0 17,0-18,0 18,0-36,0 19,0 17,0-36,0 19,0-19,0 18,0-35,0 18,0 17,0-35,0 18,0-18,0 18,0-1,0-17,0 18,0-36,0 1</inkml:trace>
  <inkml:trace contextRef="#ctx0" brushRef="#br0" timeOffset="9343.75">24394 7831,'0'0,"18"-17,0 17,-1 0,18 0,-35 0,18 0,0 0,-1 17,-17-17,18 18,0 0,-18-18,0 17,0 1,0-18,0 17,0-17,0 36,0-36,-18 17,0-17,18 18,-17 0,-1-18,0 0,1 0,-1 0,18 0,-17 0,-1 0,18 0,-18 0,1 0,17 0,-18 0,18 0,-18 0,1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2:39:31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6279 476,'0'18,"0"52,0-52,0 35,0 0,0 0,0 0,0 17,0-17,0 0,0-18,0 18,0 0,0 0,0-35,0 35,0 0,0-36,0 18</inkml:trace>
  <inkml:trace contextRef="#ctx0" brushRef="#br0" timeOffset="1156.25">6297 476,'0'-17,"35"17,1 0,-19 0,-17 0,18 0,-1 0,1 0,0 0,-1 0,-17 17,18-17,0 0,-18 0,17 18,-17-18,18 0,-18 17,18 1,-18 0,0-18,0 17,0 19,0-36,-18 35,18-35,-18 35,18-35,-17 18,-1 0,18-1,-18-17,1 35,17-35,-18 18,18-18,-35 18,35-18,-18 0,18 0,-17 0,-1 0,0 0</inkml:trace>
  <inkml:trace contextRef="#ctx0" brushRef="#br0" timeOffset="1906.25">6808 670,'0'0,"71"0,-36 0,1 0,-19 0,1 0,0 0,-1 0,1 0</inkml:trace>
  <inkml:trace contextRef="#ctx0" brushRef="#br0" timeOffset="2484.37">6791 864,'17'0,"54"0,-18 0,-18 0,1 0,-19 0,1 0,-1 0</inkml:trace>
  <inkml:trace contextRef="#ctx0" brushRef="#br0" timeOffset="3140.62">7320 370,'35'0,"1"0,-19 0,1 0,-1 0,1 0,-18 0,18 0</inkml:trace>
  <inkml:trace contextRef="#ctx0" brushRef="#br0" timeOffset="4109.37">7426 564,'0'0,"0"53,0-35,0 17,0 1,35 16,-35-52,0 36,0-19,0 19,0-19,0 1,0 0,0-1,0 1,0-1,0 1,0 0,0 17,0-17,0-18,0 17,0 1,-18 17,18-35,0 18,0-1,0-17,-17 18,17 0,-18-18,1 35,17-35,-18 18,18-1,-18-17,18 18,-17 17,-1-35,0 18,18-18,-17 17,17-17,-18 18,18-18,-35 18,35-18,-18 0,18 0</inkml:trace>
  <inkml:trace contextRef="#ctx0" brushRef="#br0" timeOffset="5265.62">7761 617,'0'0,"35"0,-17 0,-18 0,18 0,17 0,-18 0,-17 0,36 0,-19 0,-17 0,18 18,-18-18,18 18,-18-1,17 1,-17 17,36 18,-36-18,0-17,0-18,0 35,0-17,17 17,-17-17,0 17,0-35,18 35,-18 1,0-19,0 1,0 0,0 17,0-18,17 19,-17-36,0 17,18 19,-18-19,0-17,0 18,18 0,-1-18,-17 17,18-17,-18 0</inkml:trace>
  <inkml:trace contextRef="#ctx0" brushRef="#br0" timeOffset="6109.37">8026 900,'-18'-18,"0"18,18 0,-17 0,-1 18,0 17,1-18,-1 36,0-17,-17 17,35-53,-35 52,35-52,-18 36,1-19,17 1,-18 17,0-17,18-18,-17 18,-1-1,18-17,-18 18,18-1</inkml:trace>
  <inkml:trace contextRef="#ctx0" brushRef="#br0" timeOffset="7234.37">8378 847,'18'0,"0"0,-1 0,1 0,17 0,-17 0,17 0,-17 0,35 0,-36 0,19 0,-19 0,18 0,-17 0,0 0,-1 0</inkml:trace>
  <inkml:trace contextRef="#ctx0" brushRef="#br0" timeOffset="7875">8449 1094,'18'0,"34"0,1 0,-17 0,17 0,-18 0,0 0,-17 0,17 0,-17 0,-1 0,-17 0,36 0,-36 0,17 0,-17 0</inkml:trace>
  <inkml:trace contextRef="#ctx0" brushRef="#br0" timeOffset="8375">9260 617,'0'0,"36"0,-1 0,-18 0,1 0,0 0,-18 0,17 18</inkml:trace>
  <inkml:trace contextRef="#ctx0" brushRef="#br0" timeOffset="9062.5">9348 864,'0'18,"0"0,18-1,-18 18,0-17,0 17,0-17,0 17,0-17,0 17,0 0,0 1,0-19,0 36,0-53,0 36,0-19,0 1,0-1,0 1,0 17,0-35,0 18,0 0,-18-18,1 17,17 1,0-18,-35 35,35-35,-18 18,0-1,18-17,-17 0,17 0,-18 0</inkml:trace>
  <inkml:trace contextRef="#ctx0" brushRef="#br0" timeOffset="9890.62">9578 1076,'0'-18,"53"18,-18 0,0 0,18 0,0 0,18 0,-36 0,0 0,0 0,18 0,0 0,-35 0,17 0,18 0,-35 0,17 0,0 0,1 0,-1 0,-18 0,-17 0,18 0</inkml:trace>
  <inkml:trace contextRef="#ctx0" brushRef="#br0" timeOffset="12406.25">9719 847,'18'0,"17"0,-18 0,1 0,0 0,-1 0,-17 0,18 17,-18-17,18 0,-18 0,17 0,-17 0,18 0,0 0,-1 0,-17 0,18-17,-1-1,-17 18,18-18,-18 18,0-17,0 17,18-18,-18 0,0 1,0-18,0 35,0-18,0-17,0 35,0-18,0 18,0-35,0 17,0 0,0 1,0 17,0-18,0 0,0 18,0-17,0 17,0-18,0 1,0 17,0-18,17 0,-17 1,0 17,18-18,-18 18,0-18,0 18,18 0,-1 0,19 0,-36 0,17-17,1 17,17-18,-17 18,-18 0,17 0,-17 0,18 18,-18-18,18 17,-18 1,0-18,0 18,17 17,1-17,-18-18,18 17,-18-17,0 18,0-1,0 1,17 17,-17-35,0 18,0 0,0-18,0 17,0 1,0-18,0 18,0 17,0-35,0 18,0-18,0 17,-17 1,-1-18,18 17,0 1,-18-18,1 18,17-18,-18 17,18-17,0 18,18 0,17-18,35 0,-17 0,-17 0,34 0,-17 17,-18 1,-17-18,0 0,-1 0,-34 0</inkml:trace>
  <inkml:trace contextRef="#ctx0" brushRef="#br0" timeOffset="13187.5">10354 1111,'0'0,"35"0,-17 0,17 0,-17 0,17 0,-17 0,-18 0,35 0,-35 0,18 0,-1 0,1 0,-18 0</inkml:trace>
  <inkml:trace contextRef="#ctx0" brushRef="#br0" timeOffset="15687.5">9701 1676,'0'0,"18"0,17 0,-17 0,-1 0,19 0,-19 0,1 0,0 0,-1 0,1 0,-18 0,18 0,-1 0,-17 0,18 0,-18 0,17 0,1 0,-18 0,18 0,-1 0,-17 0,18-18,-18 0,0 18,0-35,0 17,0 1,0-1,0 18,0-18,0 1,0 17,0-18,0 18,0-17,0-1,0 18,0-18,0 1,0-1,0 18,18-18,-1 1,-17-1,18 0,-18 18,18-17,-18-1,17 18,-17-17,18 17,-1-18,-17 18,18 0,0 0,-18 0,17 0,-17-18,18 18,0 0,-18 0,17 0,-17 0,18 0,0 18,-1-18,-17 18,0-1,0-17,0 18,0-18,0 17,0 1,0-18,18 35,-18-35,0 18,0-18,-18 18,18-1,-17 1,-1 17,0-17,1 17,17-35,0 18,0-1,0-17,0 18,-18 0,18-18,0 17,0 1,0-18,-18 35,18-35,0 18,0-18,0 18,18-18,-18 0,18 0,-1 17,-17-17,18 0,-18 0,35 0,-35 0,18 0,17 0,-35 0,18 0,-18 0,17 0,1 0,-18 0,18 0,-1 0,1 0,-18 0,18 0</inkml:trace>
  <inkml:trace contextRef="#ctx0" brushRef="#br0" timeOffset="16328.12">10566 1640,'-18'0,"18"53,0 0,0-35,0 17,0-17,0 17,0-17,0 35,0-18,0-18,0 19,0-1,0-17,0-1,0-17,0 36,0-36,0-36,0 1</inkml:trace>
  <inkml:trace contextRef="#ctx0" brushRef="#br0" timeOffset="17328.12">10601 1658,'0'0,"0"-18,17 1,-17 17,18 0,-18 0,18 0,-1 0,-17 0,18 0,-18 0,18 17,17-17,-35 18,18-18,-18 18,0-18,0 17,17 1,-17 0,0-18,0 17,0-17,0 18,0-18,0 17,0-17,0 18,0-18,-17 18,-1-18,0 0,1 0,-19 0,36 0,-17 0,17 0,-18 0,-17-36</inkml:trace>
  <inkml:trace contextRef="#ctx0" brushRef="#br0" timeOffset="17984.37">11006 1076,'18'0,"17"0,54 0,-36 0,-1 0,1 0,-17 0,-36 0,17 0</inkml:trace>
  <inkml:trace contextRef="#ctx0" brushRef="#br0" timeOffset="18875">11095 1252,'0'18,"123"-18,-35 0,1 0,-1 0,-53 0,-17 0,-1 0</inkml:trace>
  <inkml:trace contextRef="#ctx0" brushRef="#br0" timeOffset="20265.62">11412 1094,'18'0,"-1"0,1 0,0 0,-18 0,17 0</inkml:trace>
  <inkml:trace contextRef="#ctx0" brushRef="#br0" timeOffset="21671.87">11871 1199,'17'0,"36"0,-17 0,-1 0,0 0,18 0,18 0,-18 0,35 0,0 0,-17 0,-19 0,-16 0,17 0,-36 0,1 0,0 0,-18 0,35 0,-18 0,36 0,-17 0,-1 0,0 0,-17 0,17 0,-17 0,-1 0,1 0,0 0,-18 0,17 0,1 0,-18 0,35 0,-17 0,17 0,-17 0,17 0,-17 0</inkml:trace>
  <inkml:trace contextRef="#ctx0" brushRef="#br0" timeOffset="23281.25">12876 494,'-35'0,"17"0,1 0,-1 0,0 0,1 0,-1 0,0 0,1 0,17 0,-18 0,18 0,-17 0,-19 17,36-17,-17 18,-19 0,36-1,0-17,0 18,0 0,0-1,0-17,0 18,0 0,0-18,0 35,0-17,18 17,0-18,-1 1,1 0,-18-18,18 17,-18-17,17 18,-17-18,18 0,-1 18,1-18,0 17,-1-17,1 18,0-18,-18 18,17-1,1-17,-18 18,0-18,0 17,0-17,0 18,0 0,-18-18,1 17,17-17,-18 0,0 18,1-18,-1 0,0 0,18 0,-17 0,-1 0,1 0,17 0,-36 0,19 0,-1 18,0-18,1 0,17 0,-18 0,0 0,18 0,-35 0,35 0,-17 0,17 0,-36 0</inkml:trace>
  <inkml:trace contextRef="#ctx0" brushRef="#br0" timeOffset="26484.37">12206 1870,'0'0,"35"0,0 0,-35 0,36 0,-36 0,53 0,-53 0,17 0,1 0,17 0,1 0,-36 0,17 0,-17 0,18 0,-1 0,1 0,0 0,-1 0,-17 0,18 0,-18-18,18 0,-18 18,0-17,0 17,0-36,0 36,0-17,0-18,0 35,0-18,-18 0,0 1,18 17,0-36,-17 36,17-17,0 17,-18-18,0 18,18-18,-17 18,17-17,0-1,-18 18,1-18,17 18,0-17,0-1,0 18,0-17,0-19,17 36,-17-17,18 17,-18-18,17 0,-17 18,18-17,0 17,-1-18,1 18,0 0,-1 0,1 0,0 0,-18 0,17 0,1 0,-18 0,17 0,-17 0,18 0,0 0,-18 0,17 0,1 0,-18 0,35 0,-35 18,18-1,0-17,-18 18,17 0,1-18,-18 17,17 1,-17 0,0-1,0 1,0-18,18 17,-18-17,0 18,0-18,0 18,0-18,0 17,0 1,0 0,0-18,0 35,0-17,0-1,0 1,0-18,0 18,0-18,0 17,0 1,0-18,-35 35,35-17,0-18,0 17,-18-17,18 18,-17-18,-1 18,18-18,-18 17,18-17,-17 18,34-18,-17 0,18 0,17 0,-17 0,17 0,-17 0,17 0,0 0,-17 0,17 0,-17 0,-18 0,17 0,-17 0,18 0,0 0,-18 0,17 0,1 0,0 0,-18 0</inkml:trace>
  <inkml:trace contextRef="#ctx0" brushRef="#br0" timeOffset="27203.12">13247 1781,'0'0,"0"36,0-19,0 19,0-1,0 0,0-17,0-1,0 19,0-1,0-35,0 18,0-18,0 17,0 1,0-53,0-1</inkml:trace>
  <inkml:trace contextRef="#ctx0" brushRef="#br0" timeOffset="28328.12">13264 1764,'0'-18,"0"1,18-1,0 18,-18-18,17 18,-17 0,18 0,17-17,-35 17,18 0,-1 0,-17 0,18 0,0 0,-18 0,0 17,0-17,0 18,-18-18,0 18,18-1,-17 1,17-18,-18 35,18-35,-18 18,1-18,17 0,-18 0,18 0,-17 0,17 17,-18-17,18 0</inkml:trace>
  <inkml:trace contextRef="#ctx0" brushRef="#br0" timeOffset="29531.25">13105 1182,'0'17,"0"1,18-18,0 0,-1 0,19 0,-19 0,19 0,-1 0,0 0,-17 0,35 0,-18 0,18 0,-18 0,0 0,18 0,-35 0,-18 0,18 0,-1 0,-17 0,18 0,0 0,-18 0,17 0,-17 0</inkml:trace>
  <inkml:trace contextRef="#ctx0" brushRef="#br0" timeOffset="39812.5">4974 529,'18'18,"17"-1,-17 1,-1 0,-17-18</inkml:trace>
  <inkml:trace contextRef="#ctx0" brushRef="#br0" timeOffset="40437.5">5362 582,'35'0,"-35"0</inkml:trace>
  <inkml:trace contextRef="#ctx0" brushRef="#br0" timeOffset="41203.11">5256 1023,'0'35</inkml:trace>
  <inkml:trace contextRef="#ctx0" brushRef="#br0" timeOffset="42296.87">5256 988,'18'0,"0"17,-1 1,-17-18,0 18,0-1,18-17,-18 36</inkml:trace>
  <inkml:trace contextRef="#ctx0" brushRef="#br0" timeOffset="45593.75">14905 547,'0'17,"0"-17,-36 18,19 17,17-35,-36 18,1 17,35-17,-17 0,-1-1,0 18,1 1,-1-19,0 36,1 0,-19 0,36-18,0 18,0 0,0 18,0-54,0 19,0-1,0-17,0 17,0 0,0 0,0-35,0 36,0-19,18 1,0 0,-18-18,35 17,-35 1,18-1,-18-17,17 18,19 0,-36-18,17 17,1 1,-18 0,17-18,-17 17</inkml:trace>
  <inkml:trace contextRef="#ctx0" brushRef="#br0" timeOffset="46609.37">15399 829,'0'-35,"17"-1,18 19,18-18,-17 35,-1-36,0 36,0-17,1 17,-1-18,0-17,-17 35,0 0,17-18,-35 18,17 0,-17 0,36 0,-19 0,-17 18,36-18,-19 0,1 0,0 17,-18-17,0 18,0-18,0 18,0-1,0 1,0 0,0-1,0-17,0 35,0-17,0 0,0-1,0-17,0 18,0-18,-18 35,0 1,-17-19,35 1,-35-1,17 1,0 0,1-18,17 0,-35 0,35 0</inkml:trace>
  <inkml:trace contextRef="#ctx0" brushRef="#br0" timeOffset="47187.5">15734 758,'17'0,"-17"124,0-54,0-17,0 18,0-1,0 1,0-36,0 18,0-35,0-1,0 1,0 0,0-18,0 35</inkml:trace>
  <inkml:trace contextRef="#ctx0" brushRef="#br0" timeOffset="49843.75">16175 917,'0'0,"70"-17,-35 17,1 0,17-36,-18 36,-17-17,34 17,-34 0,0 0,-1 0,-17 0,36 0,-36 0,17 0,-17 17,0-17,0 18,-35 0,35-1,-18 1,1-1,-1 19,18-36,-18 17,1 1,-1 0,18-1,0-17,-17 36,17-36,-18 17,18-17,0 18,0-1,18 1,-1 0,1-18,-1 0,1 0,-18 0,18 0,-1 0,-17 0,36 0,-19 0,-17 0,18 0</inkml:trace>
  <inkml:trace contextRef="#ctx0" brushRef="#br0" timeOffset="51093.75">16704 811,'17'0,"19"0,-1 0,-35 0,18 0,17 0,0 0,-17 0,-18 0,17 0,-17 18,0-18,0 18,0-1,0 1,0-18,0 18,0 17,0-18,0-17,-17 36,-1-19,1 1,17-18,-36 35,36-17,-17-18,17 0,0 18,17-18,1 0,0 0,-18 0,17 0,-17 0,0 17,0-17,0 18,0-1,0-17,0 18,0 17,0-17,0-18,0 18,-17 17,-1-17,18-18,-18 17,18 18,0-35,-17 18,-1-18,18 18</inkml:trace>
  <inkml:trace contextRef="#ctx0" brushRef="#br0" timeOffset="52625">17092 794,'0'-18,"35"0,-35 18,18 0,-1 0,19 0,-36 0,35 0,18 0,0 0,-36 0,1 0,17 0,-35 0,18 0,0 0,-18 0,17 18,1-18,-18 18,0-18,0 17,0 1,0 0,0-1,0 1,0 0,0-1,0 1,-18-18,1 35,-1-17,0-18,1 35,-1-35,18 18,-18-18,1 0,-1 17,0-17,1 18,-1-18,18 0,18 0,-1 0,1 0,17 0,-35 18,18-1,0-17,-1 18,-17-18,0 35,0-35,0 18,0-1,0 1,0 0,0-1,0 1,0 0,-35 17,35-18,-18 1,18 0,-35-1,17-17,18 18,-52 0,34-1,0 1,1-18,-1 0,18 0,-18 0</inkml:trace>
  <inkml:trace contextRef="#ctx0" brushRef="#br0" timeOffset="54578.12">16774 1076,'0'0,"36"0,-36 0,17 0,-17 0,18 18,-18-18,18 0,-1 17,-17-17,35 18,-35-18,18 0,-18 17,0-17,18 18,-18 0,0-18,0 17,0-17,0 18,0 0,0-18,0 17,-18-17,18 18,-18-18,1 18,17-18,-18 17,1 1,17-18,-18 17,18-17,0 18,-18 0,1-18,17 17,-18-17,0 0,18 0,-17 0,17 18,-18-18,18 0,-18 0,36 0</inkml:trace>
  <inkml:trace contextRef="#ctx0" brushRef="#br0" timeOffset="55453.12">16898 1217,'0'0,"-18"18,18-18,0 17</inkml:trace>
  <inkml:trace contextRef="#ctx0" brushRef="#br0" timeOffset="56734.37">16951 1164,'-18'0,"0"0,18 18</inkml:trace>
  <inkml:trace contextRef="#ctx0" brushRef="#br0" timeOffset="61984.37">17780 1446,'0'18,"0"0,17-18,-17 17,0-17,0 18,0-18,0 17</inkml:trace>
  <inkml:trace contextRef="#ctx0" brushRef="#br0" timeOffset="62828.12">18679 529,'-35'0,"35"18,-18-1,1 1,-19 17,36 1,-35-19,18 36,-1-35,0 35,18-18,-35 18,17-18,18-17,-35 52,35-52,-18 17,18-17,0 0,0 17,0-18,0 19,0-19,0 1,0-18,0 35,0-35,18 18,-18-18,18 18,-18-1,17-17,-17 18</inkml:trace>
  <inkml:trace contextRef="#ctx0" brushRef="#br0" timeOffset="63859.37">19103 476,'-36'18,"19"35,-19 17,19-70,-1 53,1-17,-1-1,0 18,18-18,-35 0,35 1,-18-1,18 0,-17 0,17-17,-36 35,36-35,0 17,0-18,0 1,0-18,0 18,0-18,0 35,18-35,0 18,-18-18,17 0,1 0,0 0,-1 0,-17 0,18 0,0 0,-18 0,17 0,1 0,-18 0,17-36,-17 36,0-17,0-1,0 0,0-17,0 35,0-35,0 35,-17-18,-1 18,18 0,-17 0,-1 0,18 0,-18 0,1 0,-1-17,18 17</inkml:trace>
  <inkml:trace contextRef="#ctx0" brushRef="#br0" timeOffset="64375">19103 1235,'17'0,"1"0,0 17,-18-17,0 18,0-18,0 18,0-18,0 17</inkml:trace>
  <inkml:trace contextRef="#ctx0" brushRef="#br0" timeOffset="68718.75">19297 758,'17'-17,"1"-1,0 18,-1 0,-17 0,18 0,17 0,-35 0,35 0,-35 0,36 0,-19 0,1 0,-18 18,0-1,0-17,0 18,0-18,0 18,0-1,0-17,0 36,-18-19,1 1,17-18,-18 35,18-35,-35 18,35-1,-18 1,1-18,17 35,0-35,0 18,0-18,-18 18,18-18,0 17,-18-17,1 18,17-18,17 18,-17-1,18-17,-18 0,18 0,-1 0,1 0,-18 18,35-18,-17 0,17 0,-17 0,17 0,-17 0,-18 0,17 0,1 0,-1 0,-17 0,36 0</inkml:trace>
  <inkml:trace contextRef="#ctx0" brushRef="#br0" timeOffset="69296.87">19967 1129,'-18'0,"18"17,-35 1,35 0,0-1</inkml:trace>
  <inkml:trace contextRef="#ctx0" brushRef="#br0" timeOffset="72125">20161 794,'0'-18,"18"18,-18-18,35 1,-35 17,53-18,-36 1,19 17,-19 0,36 0,-17 0,-19 0,18 0,-17 0,0 0,-1 0,-17 17,18-17,-18 18,0-1,0 1,0 17,0-17,0 17,0-17,0 0,0-1,0 1,0 17,-35 0,35-35,-36 36,36-19,-35 19,18-1,-1-18,0 1,18 0,-17-18,-1 17,18-17,-18 0,18 0,-17 0,17 0,-18 0,0 0,18 0,18 0,35 0,18 0,-1 0,1 0,-36 0,0 18,0-18,-35 0</inkml:trace>
  <inkml:trace contextRef="#ctx0" brushRef="#br0" timeOffset="73421.87">20814 829,'0'0,"35"0,-35 0,35 0,-35 0,35 0,-17 0,0 0,-1 18,1-1,0-17,-18 18,35 0,-35-1,0-17,0 18,0-1,0-17,0 18,0 0,0-18,0 17,0 19,0-36,0 17,0-17,0 36,-18-19,1 1,17-1,-18-17,18 18,0 0,-18-1,1-17,17 18,-18 0,0-1,1-17,34 18,19-18,-1 0,-17 0,17 0,-17 0,-1 0,-17 0,18 0,17 0,-35 0,35 0,-17 0,0 0,-1 0,-17 0,18 0,-18 0</inkml:trace>
  <inkml:trace contextRef="#ctx0" brushRef="#br0" timeOffset="74593.75">21307 635,'0'0,"36"18,-19-18,-17 17,36 19,-19-19,1 1,0-1,-18 1,17 0,1-1,-18 1,18-18,-18 18,0-18,0 17,0 1,0 0,0 17,0-18,0-17,0 36,0-19,0 1,0 0,0-18,0 17,0-17,0 18,0 0,0-1,0 18,0-35,0 36,0-36,-18 35,0-17,18-1,-17 19,-1-19,0 18,1 1,17-19,-18 19,0-36,18 35,-35-17,35-1,0-17,-18 18,1-1</inkml:trace>
  <inkml:trace contextRef="#ctx0" brushRef="#br0" timeOffset="75656.25">21537 476,'0'0,"17"35,-17 1,18-19,0 19,-1-1,1-17,-18-1,18 19,-1-1,1 0,-18-17,18 17,-18-17,17 52,-17-52,0-1,0 19,0-19,0 19,0-1,0 0,0-17,0 35,0-18,0-17,0 35,-17-36,17 36,-18-18,18 1,-35 17,35-36,-18 18,0 1,1-36,-1 17,0 19,1-36,17 35,-35-17,35-1,-18-17,0 18,-17 17,35-35,-18 0,1 0,17 0,-18 18,0-1,18-17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3:46:56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14340 4480,'0'0,"53"0,0 0,-18 0,18 0,0 0,0 0,0 0,0 0,0 0,17 0,1 0,-1 0,-34 0,34 0,-17 0,-18 0,-17 0,17 0,1 0,-36 0,17 0,-34 0,-1 0,-35 0,0 0,-17 0,-36 0,-18 0,-17 0,35 0,1 0,-1 0,70 0,-16 0,16 0,36-18,0 1,36 17,34 0,36 0,35 0,-53 0,0 0,-52 0,17 0,-36 0,1 0,0 0,-18 0,17 0,18 0,-17 0,17 0,-17 0,35 0,-18 0,-17 0,17 0,-35 0,18 0</inkml:trace>
  <inkml:trace contextRef="#ctx0" brushRef="#br0" timeOffset="5093.75">19597 3563,'17'-18,"1"18,-1 0,1 0,-18 0,35 0,-17 0,0 0,-1 0,19 0,-1 0,0 0,-17 0,17 0,-17 0,17 0,-35 0,18 0,-1 0,1 0,-1 0,1 0,0 0,-1 0,1 0,0 0,-18 0,17 0,1 0,-18 0,18 0</inkml:trace>
  <inkml:trace contextRef="#ctx0" brushRef="#br0" timeOffset="5890.62">19896 3580,'-17'0,"17"18,0-18,0 35,0-17,0 17,0 18,0-17,0-1,0 0,0-17,0-18,0 17,0 1,0 0,0-1,-18 19,18-19,0 1,0-1,0 19,0-19,0-17,0 36,0-19,0-17,0 18,0 0,0-18,0 17,0 18,0-35,0 18,0-18</inkml:trace>
  <inkml:trace contextRef="#ctx0" brushRef="#br0" timeOffset="7203.12">20214 4057,'-18'0,"1"0,-1 0,0 0,18 0,-17 0,-1 0,18 0,-18 0,18 17,0-17,-17 18,17 0,0-18,0 17,0-17,0 18,0 0,0-18,0 17,17-17,-17 18,18-18,-18 17,0-17,0 36,18-19,-18-17,17 0,-17 0,18 0,-18 18,0-18,0 18,18-18,-18 17,0 1,0-18,-18 18,0-18,1 17,17-17,-18 0,0 0,-17 0,35 0</inkml:trace>
  <inkml:trace contextRef="#ctx0" brushRef="#br0" timeOffset="7953.12">20514 3757,'17'0,"36"0,0 0,-35 0,17 0,-17 0,17 0,-35 0,18 0,17 0,-35 0,18 0</inkml:trace>
  <inkml:trace contextRef="#ctx0" brushRef="#br0" timeOffset="8640.62">20531 4074,'18'0,"35"0,-18 0,-17 0,17 0,-35 0,35 0,-35 0,18 0,0 0,-1 0,-17 0,18 0,-18 0</inkml:trace>
  <inkml:trace contextRef="#ctx0" brushRef="#br0" timeOffset="9500">21078 3916,'0'0,"35"0,-17 0,17 0,1 0,-1 0,18 0,-36 0,19 0,-19 0,1 0,0 0,-1 0,19 0,-1 0,18 0,0 0,0 0,-36 0,1 0,0 0</inkml:trace>
  <inkml:trace contextRef="#ctx0" brushRef="#br0" timeOffset="10203.12">21237 4092,'35'0,"-35"0,18 0,-18 0,35 0,-17 0,-1 0,1 0,0 0,17 0,-17 0,-1 0,1 0,0 0,-1 0,1 0,17 0,-17 0,-1 0,1 0,-36 0</inkml:trace>
  <inkml:trace contextRef="#ctx0" brushRef="#br0" timeOffset="10984.37">21184 4145,'-18'18,"1"-1,17-17,0 18,0-1,0 19,0-36,0 35,0-17,0 17,0-35,0 35,0-17,0 17,0 0,0-17,0 17,0 1,0-36,0 17,0-17,0 18,0-1,0-17,0 18,0 0,0-18,0 17,0-34</inkml:trace>
  <inkml:trace contextRef="#ctx0" brushRef="#br0" timeOffset="11562.5">21202 4357,'35'0,"53"0,-53 0,-17 0,17 0,-17 0,17 0,-17 0,-18 0</inkml:trace>
  <inkml:trace contextRef="#ctx0" brushRef="#br0" timeOffset="12703.12">21731 4462,'-35'0,"-18"18,53-18,-18 0,-17 0,17 0,-17 0,35 0,-18 0,18 0,-17 0,-1 0,18 0,-35 18,35-18,-18 17,0-17,18 18,0-18,0 18,0-1,0 18,18-35,0 18,-1-18,-17 0,36 0,-36 18,17-18,1 0,-18 0,17 0,1 0,-18 0,-18 17,18-17,-17 18,-1-18,18 18,-17-18,-1 17,0-17,18 18,-35-18,35 0,-18 0,1 0,17 0,-18 18,0-18,18 0,-17 0,-1 0,0-18,18 0,0 18,0-35</inkml:trace>
  <inkml:trace contextRef="#ctx0" brushRef="#br0" timeOffset="13859.37">21113 4074,'0'18,"18"0,0-1,-1-17,1 0,0 0,-18 0,17 0,-17 0,18 0,-18 0,18 0,-1 0,-17 0,18 0,-1 0</inkml:trace>
  <inkml:trace contextRef="#ctx0" brushRef="#br0" timeOffset="15046.87">21413 3263,'0'0,"0"71,0-54,0 1,0-1,0 19,0-19,0 1,0 17,0-17,0 17,0 0,0-17,0 0,0-1,0 1,0-18,0 18,0-1,0-17,0 18,-17-18,17 18,0-18,0 17,0-17,0 18,-18 17</inkml:trace>
  <inkml:trace contextRef="#ctx0" brushRef="#br0" timeOffset="15796.87">22013 3880,'18'0,"17"0,0 0,-17 0,17 0,-17 0,-1 0,1 0,0 0</inkml:trace>
  <inkml:trace contextRef="#ctx0" brushRef="#br0" timeOffset="16468.75">21995 4145,'36'0,"34"0,-70 0,18 0,17 0,-17 0,-18 0,17 0,1 0,-18 0,18 0,-1 0</inkml:trace>
  <inkml:trace contextRef="#ctx0" brushRef="#br0" timeOffset="19078.12">22560 3863,'-18'0,"18"35,0-17,0 17,0-17,0-18,0 17,0 18,0 1,0-36,0 17,0 19,0-19,0-17,18 18,-18 0,35-1,-35 1,18-18,-18 0,17 0,1 0,-18 0,18-18,17 1,-35-19,0 19,0-19,0 1,0 17,0-17,0 18,0-19,0 36,0-35,0 35,0-35,-35 17,35 0,-18 1,18 17,-18-18,18 18,-35-17,35-1,-18 18,18 0,-17 0,-1 0,18 18,0-1,0 1</inkml:trace>
  <inkml:trace contextRef="#ctx0" brushRef="#br0" timeOffset="19656.25">22913 4215,'0'18,"0"17,0-35,17 18</inkml:trace>
  <inkml:trace contextRef="#ctx0" brushRef="#br0" timeOffset="20500">23160 3845,'-18'0,"18"18,-18-1,18 1,0-18,0 35,0-17,0-18,0 18,0-1,0 1,0-1,0 1,18 0,0-18,17 17,-18-17,-17 0,18 0,17 0,-35 0,18 0,0 0,-1 0,1-17,0-1,-18 18,0-35,17 17,-17-17,0 17,0-17,0 0,0-1,0 19,-17-1,-1 18,18-17,-18 17,18 0,-17-18,17 18,-18 0,0 0</inkml:trace>
  <inkml:trace contextRef="#ctx0" brushRef="#br0" timeOffset="21421.87">23495 3827,'-53'0,"35"18,18 0,0-1,0 19,0-36,0 35,0-35,0 35,0-17,0-1,18-17,-18 0,17 0,1 0,-18 0,18 0,-18 0,17 0,1 0,-18 0,18 0,-18-35,0 35,0-17,0-1,0 0,0 18,0-35,0 35,0-18,0 18,0-35,0 35,0-18,-18 18,0 0,18 0,-17 0,17 0,0 18</inkml:trace>
  <inkml:trace contextRef="#ctx0" brushRef="#br0" timeOffset="22453.12">23777 3580,'0'36,"0"-1,0-17,0 17,0 0,0-17,0 17,0-17,0 35,0-36,0 36,0-17,0-1,0 0,0-17,0 17,0-17,0 17,0-35,0 35,0-17,0-1,0 1,0 0,0-18,0 35,0-35,0 18,0-18</inkml:trace>
  <inkml:trace contextRef="#ctx0" brushRef="#br0" timeOffset="23046.87">24112 3722,'0'0,"53"0,-35 0,-18 0,17 0,1 0,-18 0,17 0,1 0,-18 0,18 0,-18 0,17 0</inkml:trace>
  <inkml:trace contextRef="#ctx0" brushRef="#br0" timeOffset="23656.25">24006 3951,'35'0,"18"0,-35 0,17 0,1 0,-19 0,1 0,35 0,-53 0,35 0,-35 0,18 0,-18 0,17 0,1 0,-18 0</inkml:trace>
  <inkml:trace contextRef="#ctx0" brushRef="#br0" timeOffset="24125">24200 3810,'0'17,"0"54,0-53,0 35,0-18,-17 0,-1 0,18 18,0-17,0-1,-18 18,1-18,17-17,0-1,-18 1,18 0,0-18,-18 17,1-17,17 0,-18-35</inkml:trace>
  <inkml:trace contextRef="#ctx0" brushRef="#br0" timeOffset="24562.5">24077 4021,'0'0,"0"18,-36 17,36-17,-17 0,17-18,-35 35,17-35,18 35,0-35,-18 18,1-18</inkml:trace>
  <inkml:trace contextRef="#ctx0" brushRef="#br0" timeOffset="25062.5">24183 4092,'0'0,"35"0,-18 0,-17 18,18-18,0 17,-1 1,-17-18,0 18,18-1,-18-17,18 0,-18 0</inkml:trace>
  <inkml:trace contextRef="#ctx0" brushRef="#br0" timeOffset="26890.62">24465 3739,'17'0,"-17"18,0-18,0 18,0-18,0 17,0 1,0-1,0 19,0-36,0 17,0 1,0 0,0 17,0-35,0 18,0-18,0 17,0 1,0-18,-17 17,17 1,0-18,-18 18,1-18,17 17,-18-17,0 0,18 0,-17 0,17 0,-18-17,0-1,18 18,0-18,0 18,0-17,0-1,0 18,0-17,0-1,0 18,0-18,0 18,18-17,0-1,-18 18,17 0,-17 0,18 0,0 0,-18 0,17 0,1 0,-18 0,35 0,-17 0,-18 0,17 0,-17 0,18 0,-18 0,18 0,-18 18,17-18,-17 17,0-17,0 18,0 0,0-18,18 17,-18 18,0-35,0 18,0-18,0 18,0-1,0 1,0 0,0-1,-35 1,35 17,-18-35,18 18,-18-18,1 17,-1 1,0-18,18 18,-17-1,-1 1,1-18,-1 18,0-18,18 17,0-17,0 18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3:47:39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7796 6808,'-35'0,"17"18,1-18,-1 18,0-18,1 17,17-17,-18 18,18-18,-17 17,17 1,0 0,-18-1,18-17,0 18,-18 0,1-18,17 17,0 1,0 0,0-1,0-17,0 35,0-35,0 18,0 0,0-1,0 1,0-18,17 18,-17-1,18-17,-18 18,18 0,17-1,0-17,-17 0,-1 0,-17 0,18 0,0 0,-1 0,19 0,-19 0,1 0,-1 0,-17 0,18-17,0-1,-18 18,17-18,1 1,-18 17,18-36,-18 19,0-1,17 0,-17 1,0-1,18 1,-18-1,18 18,-18-35,0 35,0-18,0 18,-18-18,0 18,18 0,-17 18,17-18,0 18,0 17,0-17,0-1,0 1,0-18,0 17,0 1,0 0,17-1,-17-17,0 18,0 0,18-1,-18-17,0 18,18 0,-1-18,1 0,-18 0,17 0,-17 0,18 0,0 0,-18 0,35 0,-17 0,-18 0,17-36,1 36,-18-17,35-1,-17 18,-18-18,17 1,-17 17,0-18,0-17,0 35,0-18,0 1,18-1,-18-17,0 35,0-18,0-17,0 35,-18-18,1 0,17 18,-18-17,1 17,17 0,-18-18,18 1</inkml:trace>
  <inkml:trace contextRef="#ctx0" brushRef="#br0" timeOffset="921.87">8484 7020,'0'0,"18"0,17 0,-17 0,17 0,-17 0,17 0,18 0,-18 0,0 0,1 0,-19 0,19 0,-19 0,-17 0,18 0,-36 18,1-18,-1 0</inkml:trace>
  <inkml:trace contextRef="#ctx0" brushRef="#br0" timeOffset="1703.12">8502 7232,'0'0,"70"0,-17 0,0 0,-18 0,-17 0,-18 0,18 0,-1 0,-17 0,18 0,0 0,-1 0,-17 0</inkml:trace>
  <inkml:trace contextRef="#ctx0" brushRef="#br0" timeOffset="5062.5">9031 7337,'0'0,"35"0,-35 0,18 0,0 0,-1 0,1 0,-1 0,1 0,17 0,-17 0,17 0,1 0,-19 0,18 0,-35 0,18 0,0 0,-18-35,0 35,0-18,0 18,0-35,0 35,0-17,0-1,0 0,0 1,0-1,0 18,0-18,0 18,0-17,0-1,0 18,0-18,-18 1,0 17,18-18,0 18,0-17,0-1,0 18,0-18,0 18,0-17,0-1,0 0,0 1,0-1,0 18,0-18,0 1,0 17,0-18,18 1,-18-1,18 0,-18 18,35-17,-17-1,-1 18,19-18,-19 18,1-17,-1 17,1 0,0 0,-1 0,-17 0,18 0,0 0,-1 0,1 0,0 0,-18 0,35 0,-35 0,18 0,-18 0,17 0,1 17,-1 1,-17-18,0 18,0-1,0-17,18 36,-18-36,0 17,0-17,0 18,0-1,0-17,0 18,0-18,0 18,0-1,0 1,0 17,0-35,0 18,0 0,0-1,0-17,0 35,-18-17,1 0,17-1,0-17,0 18,-18 17,1-17,17-18,-18 18,0-1,18-17,0 18,-17-18,-1 35,18-35,0 18,-18-18,1 17,17-17,-18 18,18-18,-18 18,1-18,17 17,17-17,-17 0,18 0,0 0,-1 0,1 0,0 0,-1 0,19 0,-19 0,1 0,-1 0,1 0,-18 0,18 0,-1 0,-17 0,18 0,-18 0,18 0,-1 0,-17 0,18 0,0 0,-18 0,17 0,-17 0</inkml:trace>
  <inkml:trace contextRef="#ctx0" brushRef="#br0" timeOffset="7687.5">9913 6667,'0'-18,"35"18,-17 0,-1 0,19 0,-19 0,19 0,-19 0,19 0,-19 0,18 0,-17 0,-18 0,18 0,-1 0,-17 0,18 0,-18 0,18 0,-1 0,-17 0,18 0,0 0,-1 0,-17 0,18 0,-1 0,-17 0,18 0,-18 0,18 0,-1 0,1 0,0 0,-1 0,1 0,0 0,-18 0,17 0,-17 0,36 0,-36 0,17 0,-17 0,18 0,-1 0,-17 0,18 0,0 0,-18 0</inkml:trace>
  <inkml:trace contextRef="#ctx0" brushRef="#br0" timeOffset="9296.84">10319 6685,'0'0,"0"35,0-17,0 17,0-35,0 18,0-1,0-17,0 18,0 17,0-17,0-18,0 17,0 19,0-36,-18 17,18 1,0-18,0 18,0-1,0-17,0 18,0-18,0 18,0-1,0 1,0-18,0 17,0 1,0-18,0 18,0-1,0-17,0 18,0-18,0 18,0-1,0-17,-18 18,18 0,0-1,0-17,0 18,0-1,0 1,0-18,0 18,0-1,0-17,0 18,0 0,0-1,0-17,0 18,0 0,0-18,0 17,0-17,0 18,0-1</inkml:trace>
  <inkml:trace contextRef="#ctx0" brushRef="#br0" timeOffset="11515.62">10671 7232,'-17'0,"-1"0,0 0,18 0,-17 0,17 0,-18 0,1 0,-1 17,18-17,-18 18,18-18,0 17,0-17,0 18,0-18,0 18,0-1,0-17,0 18,0 0,0-1,18 1,0-18,-1 18,1-18,-18 17,17-17,-17 18,18-18,-18 0,18 17,-1-17,1 18,-18 0,-35-1,35 1,-18-18,18 18,-18-1,18-17,-17 0,17 0,-35 0,17 0,0 18,1-18,17 0,-18 0,18 0,-18 0,1 0,17 0,-18 0,0 0,18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3:48:03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13388 6508,'-18'0,"-17"0,35 0,-18 0,18 18,0-18,-17 18,-1-18,18 17,0 1,-18 0,18-18,-17 35,-1-18,0 1,18 0,0-18,0 35,0-35,0 18,0-1,0 1,0 0,0-1,0 1,0-18,0 35,0-35,18 18,-18-1,18 1,17 17,-35-35,35 36,-35-19,18-17,17 18,-17-18,17 0,-17 0,-1 0,1 0,17 0,18 0,0 0,-18 0,18-18,-35 1,17 17,-17-18,-18 0,17 1,1 17,-18-18,18 0,-1-17,-17 35,0-17,0-19,0 36,0-17,0-1,0 0,0 1,0-1,0 18,0 35,18 1,-18-19,0 1,0 0,0 17,0 0,18 0,-18-35,17 18,1 0,0-1,-18-17,17 0,-17 0,18 0,-1 0,1 0,0 0,-1 0,1 0,0 0,-1 0,1 0,-18-17,18-1,-1 0,-17 18,0-17,0-1,0 0,18-17,-18 0,17 0,-17 35,0-36,0 19,0-19,0 36,0-35,0 17,0 1,0-1,0 1,0 17,0-18,0 0,0 18,0-17,0 17,0-18</inkml:trace>
  <inkml:trace contextRef="#ctx0" brushRef="#br0" timeOffset="781.25">14375 6932,'0'-18,"0"36,0 17,0-17,0 17,0 0,0 0,0 1,0-19,0 36,0-35,0 17,0-17,0-1,0 1,0 0,0-18,0 17,0 1,0 0,0-1,-17-17,17 18,0-36,0 1,0-36,0 17</inkml:trace>
  <inkml:trace contextRef="#ctx0" brushRef="#br0" timeOffset="1671.87">14358 6914,'17'-18,"1"18,0 0,17-17,0 17,-35 0,18-35,0 35,-1 0,-17 0,18 17,-18-17,18 0,-1 0,-17 18,0-18,0 17,0 1,0-18,0 18,0-18,0 17,0 1,-17 0,-1-1,18 1,-18-18,1 18,-1-1,18-17,-18 18,1-18,17 0,-18 0,18 0,-18 0,1 0,17 0</inkml:trace>
  <inkml:trace contextRef="#ctx0" brushRef="#br0" timeOffset="2343.75">14869 6755,'0'0,"71"0,-36 0,0 0,-17 0,17 0,1 0,-19 0,1 0,-18 0,35 0,-35 0,18 0,-18 0</inkml:trace>
  <inkml:trace contextRef="#ctx0" brushRef="#br0" timeOffset="3234.37">14869 6985,'0'0,"71"0,-36 0,0 0,-17 0,17 0,1 0,-36 0,17 0,1 0,-18 0,18 0,-1 0,-17 0,18 0,-18 0,17 0,1 0</inkml:trace>
  <inkml:trace contextRef="#ctx0" brushRef="#br0" timeOffset="7468.75">15363 7232,'0'0,"36"0,-1 0,-18 0,19 0,-19 0,19 0,-19 0,19 0,-19 0,1 0,-1 0,-17 0,18 0,0 0,-18 0,17 0,-17 0,18 0,0 0,-18 0,17 0,-17-18,0 0,18 1,-18-19,0 19,0 17,0-36,0-16,0 34,0-17,0 17,0-17,0 17,0 0,0 1,0-18,0 17,0 18,0-18,0 18,0-17,0-1,0 0,0 1,0-1,0 18,0-35,0 35,0-18,0 18,0-35,0 17,0 18,0-17,0-1,0 18,0-18,0-17,0 35,0-18,0 1,0 17,0-18,18 18,-18 0,17 0,-17 0,18 0,-1 0,1 0,0 0,-1 0,1 0,0 0,-18 0,17 0,-17 0,18 0,17 18,-35-18,18 17,0 1,-18-18,17 18,18-1,-35 1,0 0,18-1,-18 18,0-35,0 18,0 0,0-1,0 1,0-18,0 35,0-17,0-18,0 35,0-35,0 18,0 17,0-35,0 18,0-1,0 1,0-18,0 18,0-1,0-17,-18 18,18 0,0-1,0-17,0 18,-35 0,35-1,0 1,-17-1,17-17,0 18,-18 0,18-18,0 17,-18 1,1 0,17-18,0 17,0-17,35 0,-17 0,17 0,-18 0,1 0,0 0,-1 0,19 0,-36 0,17 0,-17 0,18 0,0 0,-18 0,17 0,1 0,-18 0,17 0,-17 0,36 0,-36 0</inkml:trace>
  <inkml:trace contextRef="#ctx0" brushRef="#br0" timeOffset="8125">16439 7038,'0'0,"0"35,0 18,0-36,0 19,0-19,0 19,0-19,0 18,0-17,0 17,0-17,0-18,0 35,0-17,0 0,0 17,0-35,0 17</inkml:trace>
  <inkml:trace contextRef="#ctx0" brushRef="#br0" timeOffset="9171.84">16492 7020,'0'-18,"18"1,-1 17,-17 0,18 0,-18 0,18 0,-1 0,-17 17,18-17,-18 18,0 0,0-18,0 17,0-17,0 18,0-18,0 17,0 1,0-18,0 18,0-18,0 35,0-35,0 18,-18-18,1 35,-1-35,18 0,-18 0,1 0,17 0,-18 0,0 0,1 0,17 0,-18 0,1 0,17 0,-18 0</inkml:trace>
  <inkml:trace contextRef="#ctx0" brushRef="#br0" timeOffset="11375">16669 6597,'0'-18,"35"18,0 0,0 0,-17 0,35 0,-35 0,34 0,-16 0,-19 0,19-18,-36 18,17 0,19 0,-19 0,-17 0,18 0,-1 0,-17 0,18 0,17 0,-35 0,18 0,0 0,-18 0,17 0,-17 0,18 0,0 0</inkml:trace>
  <inkml:trace contextRef="#ctx0" brushRef="#br0" timeOffset="12234.37">17039 6579,'-18'18,"18"34,0-34,0 17,0-17,0 35,0-35,0 17,0 0,0-17,0 17,0 0,0-17,0-18,0 18,0 17,0-35,0 18,0-18,0 35,0-35,0 17,0 1,0 0,0-1,0 1,0-18,0 18,0-18,0 17,0 1,-17-18,17 18,0-1,0-17,0 18,0-1</inkml:trace>
  <inkml:trace contextRef="#ctx0" brushRef="#br0" timeOffset="13578.12">17321 7055,'-18'0,"18"0,-17 0,-1 0,18 0,-17 0,-19 18,36-18,-17 0,17 17,-18-17,18 18,0-18,0 18,0-1,0-17,0 18,0-18,18 18,-1-1,-17-17,18 18,-18-18,18 0,-18 0,17 18,-17-18,18 17,-18-17,17 0,-17 0,0 18,0-18,0 17,0 1,0-18,0 18,-17-18,-1 17,1 1,17-18,-18 18,-17-1,35-17,-18 18,0-18,18 0,-17 0,-1 0</inkml:trace>
  <inkml:trace contextRef="#ctx0" brushRef="#br0" timeOffset="16078.12">17692 6808,'35'0,"-18"0,19 0,-19 0,36 0,0 0,0 0,-18 0,18 0,-53 0,36 0,-19 0,1 0,0 0,-18 0,17 0</inkml:trace>
  <inkml:trace contextRef="#ctx0" brushRef="#br0" timeOffset="16906.25">17692 7055,'0'0,"17"0,18 0,1 18,-1-18,18 0,-18 0,-17 0,35 0,-36 0,19 0,17 0,-18 0,-17 0,-1 0,18 0,-17 0</inkml:trace>
  <inkml:trace contextRef="#ctx0" brushRef="#br0" timeOffset="18468.75">18397 6702,'0'0,"18"0,-1 0,1 0,-18 0,18 0,-1 0,1-17,17 17,-17 0,-18 0,17 0,1 0,-18 0,18 0,-1 0,1 0,-18 0,18 0,-18 17,17 1,-17-18,0 18,0-1,0 1,0 0,0-1,0 1,0-18,0 18,0-18,0 17,0 18,0-35,0 36,0-36,0 35,0-17,0-18,0 17,-17 1,-1 0,18-18,-18 17,1 1,17-1,-18 1,0-18,1 18,17-1,-18-17,1 0,-1 0,0 18,18-18,-17 0,-1 0,18 0,-35 0,35 0,-18 0,18 0,-18 0,1 0,34 18,1-18,0 0,35 0,-36 0,19 0,-36 0,35 17,-18-17,19 0,-19 0,-17 0,18 0,0 0,-1 0,-17 0,18 0,0 0,-18 0,35 18,-35-18,18 0,-18 0,35 0,-35 0,17 0,1 0,17 0,-35 0,36 0,-36 0</inkml:trace>
  <inkml:trace contextRef="#ctx0" brushRef="#br0" timeOffset="19453.12">18997 6720,'0'0,"17"-18,19 18,-19 0,19 0,-19 0,19-17,-19 17,18 0,-17 0,17 0,-17 0,-18 0,18 0,-1 0,-17 0,18-18</inkml:trace>
  <inkml:trace contextRef="#ctx0" brushRef="#br0" timeOffset="20031.25">19297 6685,'0'0,"-18"17,18 1,-35 17,35-17,-18 0,0 17,18-17,-17 17,-1-18,1 19,17-19,-18 19,-17-1,35-17,-18-1,0 1,18 17,-35-17,35-1,-18 1,1-18,17 18,0-18,-18 35,18-35,0 18,0-18,0 17,-17 1,-1-18</inkml:trace>
  <inkml:trace contextRef="#ctx0" brushRef="#br0" timeOffset="21093.75">19244 6791,'0'-18,"17"53,-17-35,0 36,0-19,0 1,0 17,0 0,0-35,0 18,0 17,0-17,0 17,0-17,0-1,0 1,0-18,0 35,0-17,0-18,0 18,0-1,0-17,0 18,0-18,18 18,-18-18,18 17,-1-17,1 0,0 0,-1 0,1 0,-18 0,18 0,-1 0,1 0,-18 0,35 0,-35 0,18 0,-18 0,17-17,-17-1,-17 0,-1-17,18 17,-18 1</inkml:trace>
  <inkml:trace contextRef="#ctx0" brushRef="#br0" timeOffset="22203.12">19156 6702,'0'-17,"17"17,1 0,-1 0,-17 0,18 0,-18 0,18 0,-1 0,-17 0,18 0,0 0,-1 0,1 0,0 0,-18 0,17 0,-17 0,36 0,-36 0,17 0,-17 0,18 0,-1 0,-17 0,18 0,0 0,-18 0</inkml:trace>
  <inkml:trace contextRef="#ctx0" brushRef="#br0" timeOffset="25171.87">20108 6438,'-18'0,"1"0,-1 0,0 0,-17 17,18 1,17 0,-18-1,0-17,1 18,17 0,-36-1,36 19,-17-19,-1 1,18 17,-35-17,35-1,0 1,0 0,0-1,0 1,0 0,0-1,0 1,0 17,0 0,0 1,0-19,0 19,0-19,0 1,0 0,0-1,0 1,0-18,0 17,0 19,0-19,0-17,0 18,0 0,0-1,0 19,0-36,0 17,0 1,0-18,0 17,0-17,0 18,0 0,0-1,-18-17,1 18,-1-18</inkml:trace>
  <inkml:trace contextRef="#ctx0" brushRef="#br0" timeOffset="25921.87">19649 6932,'0'0,"71"-18,-53 18,17 0,18-18,-53 18,35 0,-17 0,-18 0,17 0,1 0,0 0,-18 0,17 0,1 0,0 0,-18 0,17 0,1 0,-18 0</inkml:trace>
  <inkml:trace contextRef="#ctx0" brushRef="#br0" timeOffset="26562.5">20020 7143,'0'18,"0"17,0-17,0 0,0-1,0 18,0 1,0-19,0 1,0 0,0 35,-35-36,35 36,0-18,-18-17,18 17,0-35,0 18,0-18,0 18,0-18,-18 17</inkml:trace>
  <inkml:trace contextRef="#ctx0" brushRef="#br0" timeOffset="27765.62">20037 7179,'18'0,"17"-36,-35 19,18 17,-18 0,18 0,-1 0,1 0,-18 0,35 0,-35 17,0-17,0 18,0 0,0-18,0 17,0 1,0-18,0 18,0-18,0 17,0 1,-17-1,-1-17,18 18,-18-18,18 18,-17-18,17 17,-18-17,0 18,18 0,-17-18</inkml:trace>
  <inkml:trace contextRef="#ctx0" brushRef="#br0" timeOffset="30640.62">20232 6614,'17'0,"1"0,17 0,-17 0,17 0,-35 0,35 0,-17 0,17 0,-17 0,-1 0,19 0,-36 0,17 0,1 0,-18 0,18 0,-18 0,35 0,-35 0,18 0,-18 0,17 0,1 0,-1 0,1 0,-18 0,18 0,-18 0,35 0,-35 0,18 0,-18 0,17 0,1 0</inkml:trace>
  <inkml:trace contextRef="#ctx0" brushRef="#br0" timeOffset="31703.12">20496 6667,'-18'0,"18"35,0-17,0 17,0-17,0 17,0 1,0-1,0 0,0-17,0 17,0-17,0 17,0 0,0-17,0 17,0-35,0 18,0-1,0-17,0 18,0 17,0-35,0 18,0 0,0-18,0 17,0 18,0-35,0 18,0-18,0 18,0-18,0 17,0-17,0 18,18 0,-18-18,0 17</inkml:trace>
  <inkml:trace contextRef="#ctx0" brushRef="#br0" timeOffset="33453.11">20831 7161,'-17'0,"-19"0,36 0,-17 0,-1 0,18 0,-18 0,18 0,-17 0,-1 0,18 18,-18-18,18 17,0-17,0 18,0-18,0 18,0-18,0 17,18 1,-18-18,18 0,-18 0,17 17,-17-17,18 18,-18-18,18 0,-18 0,17 0,-17 18,18-18,-18 17,18-17,-18 18,0-18,0 18,0-18,0 17,0 1,0-18,0 18,0-1,0-17,-18 18,0-18,18 17,-17 1,-1 0,18-18,-18 0,1 0,17 0,-18 0,0 0,1 0</inkml:trace>
  <inkml:trace contextRef="#ctx0" brushRef="#br0" timeOffset="56828.12">21061 6896,'17'0,"18"-17,-35-1,36 18,-19 0,1 0,17 0,-17 0,0 0,-1 0,1-17,-1 17,-17 0,18 0,-18 0,18 0,-1 0,-17 0,36 0,-19 0,-17 0,18 0,-18 0,0 17,0-17,-35 18</inkml:trace>
  <inkml:trace contextRef="#ctx0" brushRef="#br0" timeOffset="57656.25">21043 7196,'18'0,"34"-17,-52 17,18 0,0 0,-18-18,17 18,-17 0,18 0,0 0,-1 0,1 0,0 0,-18 0,17 0,1 0,-1 0,-17 0,36 0,-19 0,1 0,17 0,1 0,-19 0,19 0,-36 0,17 0</inkml:trace>
  <inkml:trace contextRef="#ctx0" brushRef="#br0" timeOffset="59093.75">21907 6861,'-17'0,"-19"0,36 0,-17 18,17-18,-18 0,0 17,18-17,-35 18,17 0,18-18,-17 17,17-17,0 36,-18-36,18 17,-35 1,35 0,0-1,0 1,0-1,0-17,0 36,0-19,0 1,0 0,0-1,0-17,18 18,-1 0,-17-18,18 0,-1 0,1 0,-18 0,18 0,17 0,-17 0,-1 0,1 0,-18 0,18 0,-1 0,1 0,-18-18,17 0,1 1,-18-19,0 19,0 17,0-18,0 0,0 18,0-35,0 18,0 17,0-18,0 0,0 18,-18-17,1-1,17 0,-18 18,18-17,-17-1</inkml:trace>
  <inkml:trace contextRef="#ctx0" brushRef="#br0" timeOffset="59968.75">22119 7320,'-18'0,"18"35,0-17,0-18,0 17,0 1,0-18</inkml:trace>
  <inkml:trace contextRef="#ctx0" brushRef="#br0" timeOffset="62265.62">22331 6844,'0'0,"35"-18,-18 18,-17 0,18 0,17 0,-35 0,18 0,0 0,-1 0,-17 0,18 0,17 0,-35 18,18-1,-18-17,0 18,0-18,0 17,17 1,-17 0,0-1,0-17,0 36,0-19,0-17,0 18,0 0,0-18,0 17,0 1,0-1,0-17,0 18,0 0,-17-1,-1-17,18 18,-17 0,17-1,-18-17,0 18,18-18,0 18,0-18,-17 17,17 1,-18-1,0-17,18 0,-17 0,17 0,-18 0,-17 18,35-18,-18 18,36-18,-18 0,17 0,-17 0,36 0,-19 0,19 0,-36 0,17 0,1 0,0 0,-1 0,1 0,-18 0,17 0,-17 17,36-17,-36 0,17 0,-17 0,18 0,0 0,-18 0,17 0,1 0,-18 0,18 0,-18 0,17 0,1 0,17-17,-35 17,18 0,-18 0,17 0,19 0,-36-18</inkml:trace>
  <inkml:trace contextRef="#ctx0" brushRef="#br0" timeOffset="63343.75">22860 6844,'17'0,"72"0,-54 0,18 0,-36 0,19 0,-1 0,-35 0,18 0,17 0,-18 0,-17 0,36 0,-36 0,17 0,1 0,0 0,-18 0,17 0,1 0,-18 0,18 0,-18 0,17 0,1-18,-18 18,17 0,1 0</inkml:trace>
  <inkml:trace contextRef="#ctx0" brushRef="#br0" timeOffset="64328.12">23177 6896,'-17'18,"17"0,-18-18,18 17,0 1,0 0,-18-18,1 17,17 1,0-18,0 18,0-18,0 17,0-17,0 18,0-18,0 17,-18-17,18 18,0-18,0 18,-18-18,18 17,0 1,0 0,0-1,-17 1,17 0,0-1,-36 1,36-1,-17-17,17 18,0-18,-18 18,18-18,0 17,-17 1,17-18,17-18</inkml:trace>
  <inkml:trace contextRef="#ctx0" brushRef="#br0" timeOffset="66015.62">23248 6949,'0'0,"0"36,0-1,0-17,0 17,0-18,0 19,0-36,0 17,0 1,0-18,0 18,0-18,0 17,0 1,0-18,0 18,0-1,0 1,0-18,0 17,0 1,0-18,0 18,0-18,0 17,0 1,0 0,17-18,-17 0,18 0,-18 0,18 0,-1 0,1 0,0 0,-1 0,1 0,-1 0,-17 0,18 0,-18 0,18 0,-1 0,-17 0,18 0,0 0,-1 0,-17 0,18 0,0 0,-18 0,17 0,-17 0,18 0,0 0,-18-18,0 0,0 18,0-17,0-1,-18 18,0-18,18 18,0-17,-17-1,17 1,0-1</inkml:trace>
  <inkml:trace contextRef="#ctx0" brushRef="#br0" timeOffset="72812.5">13494 7567,'-18'0,"0"0,1 17,-1-17,18 18,-35 0,35-18,0 17,0-17,-18 18,18 17,0-17,0 17,0-35,0 18,0 17,0-17,0-18,0 17,0 1,0 17,0-17,0-1,0 1,0 0,0-1,0 1,0-18,0 35,0-17,0-18,0 18,18-1,-18 1,17-1,1-17,-18 0,18 0,-18 0,17 0,19 18,-1-18,-35 0,17 0,-17 0,36 0,-19 0,1 0,0 0,-1 0,19 0,-36 0,17 0,18-18,-17 1,-18 17,18-18,-18 1,17 17,-17-18,0 0,0 1,18-1,0 0,-18 1,17-1,1-17,-18 35,18-18,-18 1,0-19,0 19,0-1,0-17,0 35,0-36,0 36,0-17,0 17,0-18,0 0,0 18,-18-17,18 17,0 17,-35 36,35-17,0-19,0 19,0-19,0 19,0-19,0-17,0 18,0-1,0 1,0-18,0 35,17-35,-17 18,0-18,18 35,0-17,-18 0,35-18,-35 17,18-17,-18 18,17-18,-17 0,18 0,-18 0,17 0,1 0,-18 0,35 0,-17 0,-18 0,18 0,-1-18,1 1,0-1,-18 18,17-35,1 17,-18-17,0 17,0 0,0 1,17-1,-17-17,0 17,0 18,0-17,0-1,0 0,0 18,0-35,0 17,0 1,0-1,0-17,0 17,0 1,0-1,0 18,-17-35,-1 35</inkml:trace>
  <inkml:trace contextRef="#ctx0" brushRef="#br0" timeOffset="74234.37">14517 8008,'-18'-18,"0"18,1 0,-1 0,18 0,-18 0,18 0,-17 0,-1 0,18 0,-18 18,-17-18,35 17,-35-17,35 0,0 18,-18-18,18 18,0-1,0-17,0 18,0-18,0 17,0 1,0-18,18 18,-18-18,0 17,0-17,18 18,-18-18,17 18,-17-18,18 0,-1 0,-17 0,0 17,0-17,18 18,-18 0,0-18,18 17,-18-17,0 18,0-1,0-17,0 18,0 0,-18-18,0 17,1-17,-1 0,-17 0,17 0,1 0,-1 0,0 18,18-18,-35 0,35 0,-18 0,71-35</inkml:trace>
  <inkml:trace contextRef="#ctx0" brushRef="#br0" timeOffset="75312.5">14746 7814,'18'0,"34"0,-34 0,0 0,-1 0,1 0,0 0,-18 0,17 0,1 0,-18 0,35 0,-17 0,-18 0,17 0,19 0,-19 0,1 0,-18 0,18 0,-18 0</inkml:trace>
  <inkml:trace contextRef="#ctx0" brushRef="#br0" timeOffset="76296.87">14799 8078,'0'0,"70"0,-34 0,-19 0,19 0,-19 0,1 0,-1 0,1 0,0 0,-18 0,17 0,-17 0,18 0</inkml:trace>
  <inkml:trace contextRef="#ctx0" brushRef="#br0" timeOffset="83687.5">15222 8431,'0'0,"35"0,-35 0,18 0,17 0,-35 0,18 0,0 0,-1 0,1 0,0 0,-1 0,18 0,-17 0,-18 0,18 0,-1 0,1 0,0 0,-1 0,1 0,0 0,-1 0,1-18,-1 1,-17 17,0-18,0 0,0 18,0-35,0 35,0-35,0 0,0 17,-35-17,35 35,0-18,0 0,0 18,-17-17,-1-19,18 19,-18 17,18-35,-17 17,17 18,-18-18,0 18,18-17,0 17,0-18,-17 18,17-18,-18 1,18-1,-18 18,18-18,0 18,0-17,-35-1,35 1,0 17,0-36,18 36,-18-17,17 17,-17-18,18 0,0 18,17-35,-35 35,35-18,-17 18,-18-17,18 17,-1 0,-17-18,18 18,-1 0,-17 0,18 0,-18 0,18 0,-1 0,-17 0,18 0,0 0,-1 0,-17 0,18 0,0 0,-18 0,17 0,-17 0,18 0,-1 0,1 18,0-18,-18 17,17-17,1 18,-18-18,18 18,-18-18,17 17,-17-17,18 18,-18-18,18 18,-1-18,1 35,-18-17,18-1,-18-17,0 18,0-18,0 35,0-35,0 18,17-1,-17 1,0 0,0-1,0 1,0-18,0 18,0-1,0-17,0 18,0-18,-17 17,17 1,0 0,0-18,-18 17,18 1,-18 0,1-18,17 17,-18 19,0-36,18 17,-17-17,17 18,-18-18,0 17,18-17,-17 18,-1 0,18-18,-18 0,18 17,-17-17,17 18,0-18,0 18,0-1,0-17,17 0,1 0,-18 0,18 0,-1 0,-17 0,18 0,0 0,-18 0,17 0,19 0,-36 0,17 0,-17 0,18 0,0 0,-18 0,17 0,1 0,-18 0,17 0,1 0,0 0,-18 0,17 0,-17 0,18-17,-18 17,18 0</inkml:trace>
  <inkml:trace contextRef="#ctx0" brushRef="#br0" timeOffset="85515.62">16527 8166,'-17'0,"-1"0,0 0,1 0,-1 0,18 0,-17 0,17 0,-18 0,18 0,-18 0,18 0,-17 18,-1-18,18 0,-18 18,18-18,-17 0,17 0,0 17,0-17,0 18,0 0,0-18,0 17,0-17,0 18,0-1,0-17,0 18,17-18,1 0,0 18,-18-18,17 17,-17-17,18 0,0 0,-1 18,-17-18,18 18,-18-18,0 17,0 1,0-18,0 18,0-1,0-17,-18 18,1-1,17 1,-18-18,18 0,-18 0,-17 18,17-18,1 0,-1 0,0 17,1-17,-1 0,18 0,-17 0,-1 0,18 0,-18 0,1 0</inkml:trace>
  <inkml:trace contextRef="#ctx0" brushRef="#br0" timeOffset="88265.62">16651 7708,'0'0,"88"0,-53 0,18 0,0 0,-35 0,35 0,-36 0,19 0,-19 0,1 0,0 0,-18 0,17 0,1 0,-18 0,17 0,-17 0,18 0,0 0,-18 0,17-18,-17 0,18 18,-18 0,18 0,-1 0</inkml:trace>
  <inkml:trace contextRef="#ctx0" brushRef="#br0" timeOffset="89468.75">16986 7725,'-18'18,"18"0,-17-1,17 1,-36 17,36-17,0 17,0-17,0-18,0 35,0-17,0-1,0 19,-17-36,17 17,0 1,0 0,0-1,0-17,0 18,0-18,0 35,0-17,-18-1,18-17,0 18,0-18,-17 35,17-35,0 18,0-18,0 18,0-1,0-17,0 18,0-18,0 17,0 1,0-18,0 18,0-1,0 1,0-18,0 35,17-17,-17 0,0-1,0-17,0 18,0-18,0 17,0 1,0-18,0 18,0-1</inkml:trace>
  <inkml:trace contextRef="#ctx0" brushRef="#br0" timeOffset="91140.62">17303 8290,'-35'0,"18"0,-1 17,0 1,1-18,17 18,0-18,0 17,-18-17,18 18,0 0,-35-1,35 1,0 0,0-18,0 17,0 1,35-18,-35 0,18 0,-18 17,17-17,-17 18,18 0,-18-18,0 17,0-17,0 18,0 0,0-18,0 17,-18-17,1 18,17-18,-18 18,0-1,1 1,17-1,-18-17,0 0,1 0,17 0,-18 0,1 0,17 0,-18 0,18 0,-18 0,1 0</inkml:trace>
  <inkml:trace contextRef="#ctx0" brushRef="#br0" timeOffset="92328.12">17498 8025,'17'0,"18"0,-17 0,0 0,-1 0,1 0,-18 0,35 0,-35 0,18 0,-18 0,18 0,-1 0,1 0,-1 0,-17 0,18 0,0 0,-1 0,-17 0</inkml:trace>
  <inkml:trace contextRef="#ctx0" brushRef="#br0" timeOffset="93296.87">17498 8307,'17'0,"1"0,-18 0,17 0,1 0,-18 0,18 0,-1 0,1 0,0 0,-1 0,-17 0,18 0,-18 0,18 0,-1 0,-17 0,18 0,-1 0,-17 0,18 0,-18 0</inkml:trace>
  <inkml:trace contextRef="#ctx0" brushRef="#br0" timeOffset="95062.5">18080 8043,'0'-18,"17"1,19-1,-36 18,17 0,18-35,-17 35,0-18,-1 18,1 0,0 0,-1 0,-17 0,36 0,-36 0,17 0,-17 0,18 0,-1 0,-17 18,18-1,-18-17,0 18,0-18,0 18,0-1,0-17,0 18,0 17,0-35,0 18,0-18,0 17,0 1,-18 17,18 1,0-36,-35 53,35-53,-17 17,17 1,0-18,-18 17,18 1,0 0,-18-1,1-17,17 18,-18 0,18-18,-18 17,1 1,17 0,-18-1,0 18,1-35,17 18,-35 17,17-35,18 18,-35-18,35 0,-18 0,0 0,-17 18,35-18,0 0,18 0,-1 0,19 0,-19 0,19 0,-19 0,18 0,-35 0,36 0,-19 0,19 0,-19 0,1 0,0 0,-18 0,17 0,1 0,-1 0,1 17,-18-17,35 0,-35 0,18 0,-18 0,18 0,-1 0,-17 0,18 0,0 0,-1 0,1 0,-1 0,-17 0,18 0,0 0</inkml:trace>
  <inkml:trace contextRef="#ctx0" brushRef="#br0" timeOffset="95921.87">18644 8025,'0'0,"53"0,0 0,-18 0,-17 0,17 0,0 0,1 0,-36 0,17 0,1 0,0 0,17 0,-35 0,17 0,1 0,0 0,-18 0,17 0,1 0,-18 0,18 0,-1 0,1 0,-18 0,18 0,-18 0</inkml:trace>
  <inkml:trace contextRef="#ctx0" brushRef="#br0" timeOffset="96625">18926 8078,'0'18,"-17"17,-1 0,18-35,-35 53,35-17,0-19,-18 18,0-17,18 17,-17-17,-1 0,18 17,0-35,-17 53,17-53,0 17,-18-17,18 18,0-18,0 18,-18-18,18 35,0-17,-35-1,35-17,0 18,0-18,18 18</inkml:trace>
  <inkml:trace contextRef="#ctx0" brushRef="#br0" timeOffset="97703.12">18909 8184,'0'18,"0"-1,0 19,0-19,0 18,0-17,0 17,17-17,-17 17,0-35,0 18,0-18,0 18,0-1,0-17,0 18,0-1,0 1,0 0,0-1,0-17,0 18,0-18,0 18,0-1,0-17,18 0,-18 0,18 18,-1-18,1 0,-1 0,1 18,0-18,-1 0,19 0,-36 0,17 0,1 0,-18 0,18 0,17 0,-35 0,17 0,-17 0,36 0,-36 0,17 0,1 0,0 0,-18 0,17-18,-17 0,0 18,0-17,0-1,0 0,0 1,0 17,-17-36</inkml:trace>
  <inkml:trace contextRef="#ctx0" brushRef="#br0" timeOffset="99296.87">19879 7743,'-36'0,"19"0,-18 18,17-18,0 17,1 1,17-18,-18 18,0-1,-17 36,17-18,18-35,-17 53,-1-35,1 17,17-17,0 17,-18-17,18 17,0 0,0-35,0 36,0-19,0 19,0-36,0 35,0-18,0 19,0-19,0 19,18-1,-18 0,0-17,0 17,0 0,0 1,0-36,0 35,0-17,0-1,0 1,0-1,0 19,0-36,0 17,0 1,0 0,0-18,0 17,0 1,0-18,0 18,0 17,0-35,-18 18,0-18,18 0,-17 0,-1-18,0 0</inkml:trace>
  <inkml:trace contextRef="#ctx0" brushRef="#br0" timeOffset="100187.5">19244 8360,'0'0,"70"0,-34 0,-19 0,19 0,-1 0,0 0,-35 0,35 0,-35 0,18 0,0 0,-18 0,17 0,19 0,-36 0,17 0,-17 0,18 0,-1 0,1 0,0 0,-1 0,1 0,0 0,-18-17,17 17,-17-18,18 0,-18 18,18 0,-1 0,-17 0,18 0</inkml:trace>
  <inkml:trace contextRef="#ctx0" brushRef="#br0" timeOffset="101812.5">19914 8572,'18'0,"-54"18,19-18,17 0,-36 0,36 0,-17 0,-1 0,1 0,17 0,-18 0,0 0,1 0,17 17,0-17,0 18,0-18,0 18,0-18,17 17,-17-17,18 18,-18-18,18 0,-1 0,-17 0,18 17,-1 1,-17-18,18 18,0 17,-18-17,17-1,1 1,0-18,-18 18,17-18,-17 17,0-17,0 18,0 0,0-18,0 17,0-17,-17 35,-1-17,0-18,18 18,-35-18,35 0,-18 0,18 0,-17 0,-1 0,18 0,-17 0,-1 0,18-18,-18 18,18-18,-17 1,17 17</inkml:trace>
  <inkml:trace contextRef="#ctx0" brushRef="#br0" timeOffset="103171.87">19985 8008,'0'0,"17"0,36 0,-35 0,35 0,-18 0,0 0,18 0,18 0,-18 0,-18 0,-17 0,17 0,0 0,-17 0,-18 0,17 0,-17 0,18 0,0 0,-18 0,17 0,1 0,0 0,-18 0,17 0,1 0,-18 0,17 0,-17 0</inkml:trace>
  <inkml:trace contextRef="#ctx0" brushRef="#br0" timeOffset="104296.87">20408 8061,'0'0,"-18"0,18 17,0 1,0-1,0-17,0 36,0-19,0 1,0 0,0 17,0 0,0 0,0-17,0 17,0-17,0 17,0-17,0 0,0-1,0 1,0 17,-17-17,17-1,0 1,0 0,0-1,0 1,0 0,0-18,0 17,0 1,0-18,0 17,0 1,0-18,0 35,0-17,0-18,0 18,0-1,0-17,0 18,0-18</inkml:trace>
  <inkml:trace contextRef="#ctx0" brushRef="#br0" timeOffset="106109.37">20743 8607,'-18'0,"1"0,17 0,-18 0,0 0,1 0,-1 0,18 0,-17 0,17 0,-36 0,36 0,-17 18,-1-18,18 18,0-1,0-17,0 18,0-18,0 17,0 1,0-18,0 18,18-1,-1 1,-17-18,18 18,-18-18,18 0,-1 17,-17-17,0 18,18-18,-18 0,17 0,-17 0,0 18,0-18,18 17,-18 1,-18 17,1-35,17 18,0-18,-18 17,1-17,17 0,-18 0,0 0,18 0,-17 0,17 0,-18 0,0 0,18 0,-17 0,-1 0,18 0,-18 0,18-17</inkml:trace>
  <inkml:trace contextRef="#ctx0" brushRef="#br0" timeOffset="107406.25">20990 8166,'18'0,"35"0,-18 0,0 0,18 0,-18 0,-17 0,17 0,-17 0,17 0,-17 0,-1 0,1 0,-18 0,18 0,-18 18</inkml:trace>
  <inkml:trace contextRef="#ctx0" brushRef="#br0" timeOffset="108281.25">20990 8449,'18'0,"17"0,18 0,-18 0,18 0,-18 0,1 0,-19 0,18 0,-17 0,0 0,17 0,-35 0,18 0,-1 0,1 0,-18 0,18 0</inkml:trace>
  <inkml:trace contextRef="#ctx0" brushRef="#br0" timeOffset="112234.37">21731 8043,'0'18,"0"17,0-18,0 1,0 0,0-1,0 1,0 0,0-1,0 1,0-18,17 18,-17-18,0 17,0 1,0-18,0 17,18 1,-18 0,0-1,0 19,18-36,-18 17,17-17,-17 0,18 0,0 0,-18 0,17 0,1 0,0 0,-1 0,1 0,-1-17,1-1,-18 0,35-17,-17 0,0 0,-18 17,17-17,-17 17,0 0,0 18,0-35,0 17,0 18,0-17,0 17,0-18,0 1,-35-1,35 0,-18 18,-17-35,35 35,-18 0,1 0,17 0,-18 0,1 0,-1 0,0 0,1 0,-1 0,18 0,-35 0,17 18,0-18,18 17,-17-17,17 18,-18-18,18 18</inkml:trace>
  <inkml:trace contextRef="#ctx0" brushRef="#br0" timeOffset="112968.75">22119 8413,'0'0,"0"36,0-19,0 1,0-1,0 1,0-18,0 18,0-1</inkml:trace>
  <inkml:trace contextRef="#ctx0" brushRef="#br0" timeOffset="114578.12">22754 7814,'-35'-18,"-1"36,36-1,0-17,-35 36,17-19,18 1,0-1,-17 1,-1 17,18-17,-18 17,1-35,17 53,-18-35,18-1,-17 1,-1 0,18-1,0 1,-18 17,18-17,-35 35,35-36,0 1,0 0,0-18,-18 17,18 1,0-18,0 18,0 17,0-35,0 18,0-1,0-17,0 18,0-1,18 1,-18 0,0-18,0 17,18 19,-1-36,-17 0,18 0,-18 0,18 0,-18 0,17 0,1 0,-1 0,-17 0,18 0,0 0,-1 0,-17-18,18 0,-18 1,18 17,-18-18,0 0,0 1,0-1,0 1,0 17,0-18,0 0,0 18,-18-17,0 17,1-18,-1 18,0-35,1 35,-1 0,18 0,-17 0,17 0,-18 0,0 0,18 0,-17 0</inkml:trace>
  <inkml:trace contextRef="#ctx0" brushRef="#br0" timeOffset="115562.5">22895 8008,'0'0,"18"0,-1 0,1 0,17 0,-17 0,-1 0,-17 0,36 0,17 0,-53 0,17 0,36 0,-35 0,17 0,0-18,-17 18,17-35,1 35,-36 0,17-18,1 18,-18-18,17 18,1 0,0-17,-1-1,1 18</inkml:trace>
  <inkml:trace contextRef="#ctx0" brushRef="#br0" timeOffset="116531.25">23160 8061,'-18'17,"18"18,-18-17,18 17,-17-17,17-18,-36 35,36-17,-17 17,-1-17,18 17,-18 0,18-35,-17 36,-1-36,18 35,-17-17,-1-1,18 1,0-18,-18 17,18-17,0 18,0 0,-35-1,35 1,0 0,0-18,-18 17,18 1</inkml:trace>
  <inkml:trace contextRef="#ctx0" brushRef="#br0" timeOffset="118203.12">23230 8096,'0'-18,"0"36,0-18,0 35,0 0,0-17,0 0,0 17,0-35,0 35,0-17,0-18,0 17,0 1,0 0,0-18,0 17,0 1,0 0,0-1,0 1,0-18,0 18,0-18,0 17,0 1,0-1,0-17,0 18,0 0,0-18,0 17,0 1,0-18,0 18,18-1,-18-17,17 0,-17 0,18 18,0-18,-1 0,1 0,0 0,-18 0,17 0,1 0,-18 0,17 0,-17 0,18 0,0 0,-18 0,17 0,1 0,-18 0,18 0,-1 0,1 0,-18 0,18 0,-18 0,17-18,-17 1,0-1,18 0,-18 18,0-17,0-1,0 18,0-18,0 1,0-1,0 18,0-17,0-1,-18 18,1-18,17 18,-18-17,18 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3:54:04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7849 3757,'35'0,"-17"0,17 0,-17 0,35 0,-18 0,0 18,18-1,-17-17,-36 0,35 0,-17 18,-1-1,-17-17,18 18,-1 0,1-1,-18 1,18 17,-18-17,17 0,-17 17,18-18,-18 19,0-19,0 19,0-19,18 19,-18-19,0 1,17 17,-17-35,0 35,0-17,18 17,-18-35,0 18,18 0,-18 17,17-35,1 17,-18 1,35 0,-17-1,-1 1,1-18,-18 0,18 0,-18 18,17-18,-34-18</inkml:trace>
  <inkml:trace contextRef="#ctx0" brushRef="#br0" timeOffset="750">8325 4110,'-35'0,"35"0,-18 0,1 17,-1 1,1 17,-1-17,0 17,1-17,17-1,-18 19,0-1,18-35,-17 18,17-1,-18 18,18-17,-18 0,1-1,17 1,-18-18,18 18,-17-1,17 1,0-18,-18 18,18-18,-18 17,1-17</inkml:trace>
  <inkml:trace contextRef="#ctx0" brushRef="#br0" timeOffset="1750">8855 4233,'-18'0,"0"0,1 0,17 0,-18 0,0 18,-17-1,17 1,18 0,-17-18,17 17,-18 1,1-18,17 18,-18-1,18-17,0 35,0 1,18-19,-18-17,0 18,17-18,1 18,-1-18,1 17,0-17,-1 18,-17-18,18 0,-18 0,18 18,-18-18,17 17,-17 1,0-18,0 17,0 1,0 0,0-18,-17 17,-1 1,0 0,18-18,-17 17,-19-17,36 0,-17 0,-1 0,18 0,-17 0,-1 0,18 0</inkml:trace>
  <inkml:trace contextRef="#ctx0" brushRef="#br0" timeOffset="2703.12">8943 3951,'35'0,"36"0,-36 0,-17 0,17 0,-18 0,19 0,-1 18,-17-18,-1 0</inkml:trace>
  <inkml:trace contextRef="#ctx0" brushRef="#br0" timeOffset="3703.12">8943 4198,'17'0,"54"0,-53 0,-1 0,-17 0,18 0,17 0,-35 0,18 0,-18 0,17 0,1 0,-18 0,18 0,-1 0,-17 0,18 0,-18 0,35 0</inkml:trace>
  <inkml:trace contextRef="#ctx0" brushRef="#br0" timeOffset="4562.5">9472 4127,'0'-17,"18"17,-1 0,18 0,18 0,-17 0,34 17,-17-17,0 0,0 0,-18 0,1 0,-1 0,-18 0,19 0,-19 0,-17 0,36 0,17 0,-18 0,18 0,0 0,0 0,-36 0,36 0,-18 0,-35 0,18 0,0 0,-1 0,1 0,17 0,-17 0,35 0,-53 0,17 0,1 0</inkml:trace>
  <inkml:trace contextRef="#ctx0" brushRef="#br0" timeOffset="9703.12">9701 3969,'0'0,"18"0,17 0,-35 0,18 0,17 0,-35 0,18 0,-18 0,35 0,-35 0,18 0,-1 0,1 0,-18 0,18 0,-1 0,-17 0,18 0,-18 0,17 0,1-18,-18 0,0 18,0-17,0-1,0 0,0-17,0 35,0-18,0 18,0-17,-18-1,1 18,17-17,-18-1,18 18,0-18,-17 1,17-1,0 18,0-18,0 18,0-17,-36-1,36 0,0 1,0-1,0 0,0 1,0 17,0-18,0 18,0-35,0 35,0-18,0 18,18-17,-18 17,18-18,-1 18,-17 0,18 0,-1-18,-17 18,18 0,0 0,-18 0,35 0,-17 0,-1 0,-17 0,36 0,-19 0,1 0,-1 0,1 0,0 18,-1-18,-17 0,36 18,-36-18,17 0,-17 17,0 1,0-18,0 18,0-1,0-17,0 18,18-1,-18 1,0-18,0 18,0-18,0 17,0-17,0 18,0-18,0 18,0-1,0-17,0 18,0 0,0-18,-18 17,18-17,-17 18,17-18,-18 18,18-18,0 17,0 1,-35-1,35 1,0-18,0 18,0-18,0 17,-18-17,0 36,18-19,-17-17,-1 18,18-18,0 18,18-18,-1 0,-17 0,18 0,-18 0,18 0,-1 0,-17 0,18 0,17 0,-17 0,0 0,-18 0,17 0,-17 0,35 0,-35 0,18 0,-18 0,18 0,-1 0,1 0,-18 0,18 0,-18 0,17 0</inkml:trace>
  <inkml:trace contextRef="#ctx0" brushRef="#br0" timeOffset="11421.87">10742 3845,'-18'0,"1"0,-1 0,18 0,-18 0,1 0,17 0,-18 0,18 18,0-18,0 17,0 1,0-18,0 18,0-1,0-17,0 18,18-18,-18 0,17 0,1 18,-18-18,18 17,-18-17,17 18,-17-18,0 17,0-17,0 18,0 0,-17-18,-1 0,18 0,-18 0,1 0,-1 0,18 0,-18 0,1 0,17 0,-18 0,1 0</inkml:trace>
  <inkml:trace contextRef="#ctx0" brushRef="#br0" timeOffset="15140.62">9613 4815,'0'0,"18"0,-1 0,1 0,0 0,17 0,-35 0,18 0,-1 0,18 0,-17 0,-18 0,18 0,-18 0,17 0,1 0,-18 0,18 0,-1 0,1 0,-18-17,0-1,0 18,0-18,0 1,0 17,0-18,0 0,0 1,0 17,0-18,0-17,0 35,0-18,0 0,0 18,0-17,0-1,0 1,0-1,0 18,0-18,0 1,0 17,0-18,0 0,0 18,0-17,0 17,0-18,0 0,0 18,0-17,0-1,18 18,-18-17,17 17,-17-18,18 18,-1-18,-17 18,18 0,0 0,-18 0,17 0,1 0,-18 0,18 0,-1 0,1 0,-18 0,18 0,-18 0,17 0,1 0,-1 18,1-18,0 0,-18 18,0-18,17 17,-17-17,0 18,18 17,-18-35,0 18,0-1,0-17,0 18,0 0,0-18,0 17,0 19,0-36,0 17,0-17,0 18,0-1,0-17,0 18,0 0,0-18,0 17,0-17,0 18,0 0,0-18,0 17,0 1,0 0,0-1,-18-17,1 18,-1 0,18-18,-18 17,18-17,-17 0,17 18,-18-18,18 0,18 0,-18 0,17 0,1 0,-18 0,35 0,-17 0,0 0,-1 0,-17 0,18 0,-18 0,18 0,-1 0,-17 0,18 0,-1 0,1 0,-18 0,18 0,-18 0,17 0,-17 0,18 0</inkml:trace>
  <inkml:trace contextRef="#ctx0" brushRef="#br0" timeOffset="15906.25">10548 4692,'-18'0,"18"35,0-17,0 17,0-17,0-1,0 18,0-17,0 0,0-1,0 19,0-19,0 1,0 17,18-17,-18-1,0 1,0-18,0-18</inkml:trace>
  <inkml:trace contextRef="#ctx0" brushRef="#br0" timeOffset="17093.75">10566 4639,'0'0,"35"-18,-35 18,17 0,1 0,0 0,-18 0,17 0,-17 0,18 18,0-1,-18-17,0 18,0 0,0-18,0 17,0 1,0-18,0 18,0-1,0 1,0 0,0-1,0-17,-36 35,36-35,0 18,-17-18,-1 18,18-18,-18 0,18 0,-17 0,-1 0</inkml:trace>
  <inkml:trace contextRef="#ctx0" brushRef="#br0" timeOffset="32468.75">14199 3863,'0'-18,"18"18,-18-18,17 18,-17-17,18 17,0-18,-1 18,1 0,17-35,0 17,-17 18,0 0,17-17,-35 17,18 0,-1 0,1 0,0 0,-1-18,1 18,0 0,-18 0,17 0,-17 0,35 0,-17 0,-18 0,18 0,-1 0,-17 0,18 0,-18 18,18-18,-18 17,17-17,-17 36,0-36,0 17,0 18,0-35,0 36,0-19,0 1,0 0,0-18,-17 17,-1 1,18 0,-18-1,1 1,-1-1,-17 1,17-18,18 0,-17 0,-1 0,18 0,-18 0,1 0,17-18,0 1,0 17,0-18,0 18,0-35,0 35</inkml:trace>
  <inkml:trace contextRef="#ctx0" brushRef="#br0" timeOffset="33203.11">14534 3775,'0'17,"0"18,0 1,0 17,0 0,0-18,0 18,0 0,0-36,0 36,0-18,0-17,0 35,0-35,0 17,0-17,0 17,0-35,0 35,0-35,0 18,0-1,-17 1,17-18,0 18,17-18</inkml:trace>
  <inkml:trace contextRef="#ctx0" brushRef="#br0" timeOffset="35796.87">14711 4110,'17'0,"1"0,17 0,-17 0,17 0,-35 0,18 0,35 17,-36-17,1 0,0 0,17 0,-18 0,1 18,17-18,-17 18,-18-18,0 17,0-17,0 35,0-35,0 18,0-18,-35 53,-1-18,36-17,-35 0,18 17,17-18,-18 1,0 0,1-1,17-17,0 18,0-18,0 18,17-1,1-17,35 0,-36 0,19 18,-1-18,-35 0,18 0,-18 0,17 0,1 0,-18 0,18 0,-1 0,-17 0,18 0,-18 0</inkml:trace>
  <inkml:trace contextRef="#ctx0" brushRef="#br0" timeOffset="37265.61">15240 4145,'17'0,"36"0,-35 0,0 0,-1 0,1 0,-18 0,18 18,17-18,-18 17,-17 1,0-18,0 35,0-17,0-18,0 17,0 19,-17-19,-1-17,18 18,-17-18,-1 18,0-1,18-17,-35 0,17 0,18 0,0 18,18-18,0 0,-1 0,1 0,0 17,-18-17,17 18,-17-18,18 18,-18-1,0 1,0 0,0-1,0 1,0-18,0 35,0-35,-18 35,1-35,17 18,-18-18,0 18,18-18,-17 17,-1-17,0 18,1-18,-1 0,18 0,-18-18</inkml:trace>
  <inkml:trace contextRef="#ctx0" brushRef="#br0" timeOffset="38500">15557 4286,'0'-18,"18"18,0-35,-18 35,17 0,-17 0,18 0,-1 0,-17 0,18 0,-18 0,35 0,-35 0,18 0,0 18,-18-1,17 1,-17-18,0 18,0 17,0-35,0 18,0-1,0-17,0 18,0-1,0-17,0 18,0-18,0 35,-17-35,-1 18,18 0,-18-1,-17 19,35-19,-18-17,18 18,18-18,0 0,17 0,0 0,-17 0,17 0,0 0,-35 0,18 0,0 0,-18 0,17 0,-17 0</inkml:trace>
  <inkml:trace contextRef="#ctx0" brushRef="#br0" timeOffset="39359.37">16351 3863,'-18'0,"1"17,17 19,-18-19,18 36,0-35,-35 17,35-17,0 17,0-17,-18 17,18 0,0 0,0 1,0-19,0 19,0-19,0 36,0-35,0-1,0 1,0 17,0-17,18 0,-18-1,35 19,-17-19,-18 1,17-18,1 17,0-17,-1 0,1 0,-18 0,18 18,-1-18,1 0</inkml:trace>
  <inkml:trace contextRef="#ctx0" brushRef="#br0" timeOffset="47031.25">16774 3863,'-17'17,"-1"19,18-36,0 17,-18 19,1-19,-1 1,18-1,-17-17,17 18,-18 17,18-35,-18 18,18 0,0-18,-35 17,35 19,-18-36,18 17,0 1,-17-1,17-17,0 18,0 0,0-1,0 1,0 0,0-18,0 17,0-17,0 18,0-18,0 18,0-18,0 17,0 1,0-1,0-17,0 18,17 0,1-18,-18 17,18-17,-1 0,1 0,17 18,-35-18,35 0,-17 0,-18 0,18 0,-1 0,-17 0,18 0,17 0,-17 0,-18 0,35 0,-35-18,0 1,0 17,0-18,0 18,0-35,0 35,0-18,0 1,-17 17,-1-36,18 36,-18-17,1-1,17 18,-18 0,-17-18,35 18,-18 0,0 0,18 0,-17 0,-1-17,18 17,-17 0,17 0,-36 0</inkml:trace>
  <inkml:trace contextRef="#ctx0" brushRef="#br0" timeOffset="47703.12">17039 4480,'18'0,"-18"18,0-18,17 17,-17-17,18 18,-18-18,0 18,0-18,-18 17</inkml:trace>
  <inkml:trace contextRef="#ctx0" brushRef="#br0" timeOffset="49453.12">17286 4127,'0'-17,"17"-1,19-17,-36 17,35 18,-17-18,-1 1,-17 17,18 0,-18 0,18 0,-1 0,-17 0,18 0,-18 0,35 0,-35 0,18 0,-18 0,17 17,-17-17,0 18,0 0,0-1,0 1,0 0,18-1,-18 1,0 0,0-1,0 1,0-1,0 1,0-18,0 35,0-35,0 18,0-18,0 18,0-1,-35 1,35-18,-18 35,18-35,-17 0,17 0,-18 18,18-18,-18 17,18-17,-17 18,-1-18,0 18,1-18,17 0,0 0,17 0,1 0,0 0,-18 0,17 0,19 0,-36 0,17 0,1 0,-18 0,17 0,-17 0,18 0,0 0,-18 0,17 0,1 0,0 0,-1 0,1 0,-18 0,18 0,-18 0,17 0,1 0,-18 0,17 0,1 0</inkml:trace>
  <inkml:trace contextRef="#ctx0" brushRef="#br0" timeOffset="50156.25">18009 4445,'-18'0,"18"0,-17 0,17 17,0-17,0 18,0 0,0-18,0 17,0-17</inkml:trace>
  <inkml:trace contextRef="#ctx0" brushRef="#br0" timeOffset="50968.75">18503 4039,'-18'0,"18"35,0-17,0 17,0-17,0 17,0 18,-17-18,17-17,0 17,0-17,0 0,0 17,0-18,0 19,-18-19,18 19,0-19,0-17,0 18,-18-18,18 18,0-54,0 1</inkml:trace>
  <inkml:trace contextRef="#ctx0" brushRef="#br0" timeOffset="52281.25">18591 4163,'0'0,"35"-18,-35 18,18 0,0 0,-18 0,17 0,-17 0,18 0,0 0,-18 0,17 0,1 0,-18 0,18 0,-18 0,17 0,1 18,-1-1,-17 1,0-18,0 17,0-17,0 18,0 17,0-35,0 18,0 0,0-18,0 17,-17 19,17-36,-18 17,1 1,17-18,-18 17,0 1,18-18,-17 35,-1-35,18 18,-18-18,1 18,17-18,-18 17,18-17,-18 0,18 0,0 0,18 0,17 0,-17 0,35 0,-18 0,-17 0,35 0,-53 0,35 0,-35 0,18 0,-1 0,1 0,-18 0,18 0,-18 0,35 0,-35 0</inkml:trace>
  <inkml:trace contextRef="#ctx0" brushRef="#br0" timeOffset="53484.37">18891 3916,'0'-18,"18"18,-18 0,17 0,1 18,0-18,-1 17,1 19,-18-19,17 1,1-1,-18 1,0 0,35-1,-35 1,0 0,0-1,0 1,0 17,18 0,-18-35,0 36,0-36,0 35,0-17,0-18,0 17,0 1,0 0,0-18,0 17,0 1,0-1,0 1,0 0,0-1,0 1,0 0,0-18,-35 35,35-35,-18 35,0-17,18-1,0 1,-35 0,35-18,0 17,0 1,-17 17,-1-35,18 18,-18 0,18-1,-17 1,-1 0,18-1,-18-17,18 18,-17-1,17 1,-18-18</inkml:trace>
  <inkml:trace contextRef="#ctx0" brushRef="#br0" timeOffset="55406.25">14781 3598,'0'0,"18"-35,-18 17,0 18,0-17,0-1,0 0,0 18,0-17,0-19,0 36,0-35,0 35,0-18,0-17,0 35,0-17,0 17,0-36,0 19,0 17,0-18,0 0,0 1,0 17,0-18,0 18,0-18,0 18,0-35,0 35,0-17,0 17,0-18,0 0,0 18,0-17,0-1,0 0,0 18,0-35,0 35,0-18,0 18,0 0,0 18,0 0,0-1,-18-17,1 18,17 17,-18-17,18-18,0 35,-18-35,18 18,0-18,-17 17,17 1,-18-18,0 18,36-18</inkml:trace>
  <inkml:trace contextRef="#ctx0" brushRef="#br0" timeOffset="56546.87">14816 2981,'0'17,"0"1,18 0,-18-18,0 17,0-17,0 18,0-18,0 18,18 17,-18-35,17 35,-17-35,0 18,0-1,0 1,18 0,-18-18,0 17,0-17,0 18,18-18</inkml:trace>
  <inkml:trace contextRef="#ctx0" brushRef="#br0" timeOffset="66593.75">2999 5450,'0'0,"0"18,0-1,0-17,0 18,0-18,0 18</inkml:trace>
  <inkml:trace contextRef="#ctx0" brushRef="#br0" timeOffset="67171.87">3651 5521,'-17'-18,"-1"18,18 0,0 18,0-18,0 17,0 1,0-18,0 18</inkml:trace>
  <inkml:trace contextRef="#ctx0" brushRef="#br0" timeOffset="67796.87">3351 5944,'0'35,"0"-17,0 17,0-17,0 17,0-17,0-1,0 19,0-36,0 17,0-17,0 36,0-36,0 17,0-17</inkml:trace>
  <inkml:trace contextRef="#ctx0" brushRef="#br0" timeOffset="72078.12">4515 5274,'18'0,"-18"17,0 1,0 0,0 17,0-17,0 17,0 0,0 0,0-17,-18 53,-17-19,35-16,0-1,-35 18,17-18,-17 1,17 16,1-34,-1 17,0-17,-17 17,35-35,-17 18,-1 17,18-35,-35 18,17-18,0 0,1 0,17 0,-18 0,0 0,1 0,17 0,-18 0,18-18,0 1,0-1,0 0,0 1,0 17,0-36,0 19,0-19,0 19,0-1,0 1,0-1,0 0,0 1,18-1,-1-17,1 17,-18 18,18-18,-18 18,17-17,-17 17,0-18,0 18,18 0,-18-18,18 1,-1 17,-17 0,18 0,-18 0,18 0,-1 0,18 17,-35-17,18 18,17 17,-35-35,18 18,-18 0,18-1,-18 1,0 0,17-1,-17 1,0-18,0 18,18-1,-18-17,0 18,0 17,18 0,-18-35,0 18,0 0,0-18,0 17,0 1,0 0,17-1,1 18,-18-35,17 18,-17 0,18-1,-18-34</inkml:trace>
  <inkml:trace contextRef="#ctx0" brushRef="#br0" timeOffset="72765.62">4674 5856,'0'0,"0"53,0-18,0-17,18 35,-18-36,0 18,0 18,0-35,0 17,0 1,0-1,0-35,0 17,0 19,0-19,0-17,0 36,0-19,-18 1,1 0,17-54,0 1,0 0,0-1</inkml:trace>
  <inkml:trace contextRef="#ctx0" brushRef="#br0" timeOffset="73812.5">4674 5856,'0'-18,"35"18,-35 0,18 0,-18 0,35 0,-17 0,-18 0,18 0,-18 18,17-1,-17-17,0 18,0-18,18 18,-18-18,0 17,0 1,0-18,0 18,0-1,0-17,0 18,0 0,0-1,0-17,-18 18,1-18,17 17,-18 1,0-18,-17 0,35 0,-18 0</inkml:trace>
  <inkml:trace contextRef="#ctx0" brushRef="#br0" timeOffset="74406.25">4974 5679,'0'0,"88"0,-70 0,52 0,-34 0,-19 0,1 0,0 0,-1 0,1 0,-18 0,18 0,-18 0,17 18</inkml:trace>
  <inkml:trace contextRef="#ctx0" brushRef="#br0" timeOffset="75296.87">5009 5891,'18'0,"0"18,-1-18,19 0,-19 0,1 0,-1 0,-17 0,18 0,-18 0,18 0,17 0,-35 0,18 0,-1 0,1 0,0 0,-1 0,-17 0,18 0,-1 0</inkml:trace>
  <inkml:trace contextRef="#ctx0" brushRef="#br0" timeOffset="76609.37">5521 5415,'18'0,"-1"0,18 0,-17 0,17 0,-17 0,-18 0,18 0,-1 0,-17 0,18 17,0 1,-18 0,0-18,0 17,0 19,0-36,0 35,0-35,0 18,0 17,0-35,0 17,0 1,-18-18,0 18,1-1,17-17,-18 18,18-18,-18 18,1-1,17-17,0 18,0 0,17-1,1 1,17 0,18-18,-18 35,-17-35,-18 0,18 17,-18-17,0 18,0 0,0-1,0 1,0 0,0-1,0 1,0-18,-36 35,36-17,-17 17,-1-17,1-1,-19 1,36 0,-53-1,18 1,17 17,-17-35,0 18,17-1,1 1,-1-18,0 0,-17 18,17-18,18 0,-17 0</inkml:trace>
  <inkml:trace contextRef="#ctx0" brushRef="#br0" timeOffset="78531.25">6368 5697,'-18'0,"18"0,-18 0,18 0,-17 0,17 0,-18 0,0 0,18 0,-17 0,-1 0,18 0,-35 0,35 18,0-18,-36 17,36 1,-17 0,17-18,0 17,-18 19,1-36,17 35,0-18,0-17,0 36,0-36,0 17,0-17,0 18,17 17,18-17,-35 0,18-18,-18 17,18-17,-1 18,-17-18,18 0,17 0,-35 0,18 0,0 0,-1 0,19-18,-36 1,17-1,1-17,-1-1,-17 19,0-1,0-17,18 17,-18-17,0 0,0-18,18 35,-18-17,0-1,0 19,0-18,0 17,0-17,0 17,0-17,0 35,0-36,0 19,0-1,0 1,0-1,0 0,0 18,0-17,0-19,0 36,0-17,0-1,0 18,0-18,0 18,0 18,0 35,0-53,0 53,0-35,0 17,0 0,0 0,0 18,0-17,0-1,0 0,0-17,0 35,0-53,0 35,0-17,0 17,0-17,0-1,0 1,0 17,0-17,0-1,0 1,0 0,0-18,0 17,0 1,0-18,17 18,-17-18,18 0,0 0,-18 0,17-36,1 1</inkml:trace>
  <inkml:trace contextRef="#ctx0" brushRef="#br0" timeOffset="79125">6791 5344,'0'18,"0"70,0-35,0 18,0-1,0 1,0-36,0 18,0-18,0 18,0-35,0 17,0-17,0-1,0 1,0 0,0-1,0 1,0-18,0-35,0-1,0 1,0 17,0-52,0 35</inkml:trace>
  <inkml:trace contextRef="#ctx0" brushRef="#br0" timeOffset="80468.75">6808 5362,'0'-18,"36"18,-36 0,17 0,1 0,0 0,-18 0,35 0,-35 0,18 0,-1 0,-17 18,18-18,-18 18,18-18,-18 17,0 1,0-18,0 17,0 19,0-36,0 35,0-35,0 18,0 17,0-35,-18 18,0-1,1-17,17 18,-18-18,18 0,-18 0,1 0,-1 0,0 17,1-17,17 18,0 0,0-18,0 17,0-17,0 36,17-19,19-17,-36 18,17-18,1 0,-18 18,0-18,0 17,18-17,-18 18,0-18,17 18,-17 17,0-18,0-17,0 18,0 17,0-35,0 18,0 0,0-1,0 1,0 0,0-18,0 17,0 1,0-18,0 17,0-17,-35 18,35 0,-18-18,1 0,17 0,-18 0,18 0,-18 0,1 0,17 0,-18 0</inkml:trace>
  <inkml:trace contextRef="#ctx0" brushRef="#br0" timeOffset="85671.87">3351 6808,'-17'0,"34"36,-17-36,0 17,18-17,-18 18,0-18,0 17,0-17,0 18,0 0,0-18,0 17</inkml:trace>
  <inkml:trace contextRef="#ctx0" brushRef="#br0" timeOffset="86093.75">3034 7461,'0'0,"0"17,0 1,0-18,0 18,17 17,1-35,0 18</inkml:trace>
  <inkml:trace contextRef="#ctx0" brushRef="#br0" timeOffset="86546.87">3528 7496,'17'0,"1"0,-18 0,18 0,-1 0,1 18,-18-18,0 17,0 1,0-18</inkml:trace>
  <inkml:trace contextRef="#ctx0" brushRef="#br0" timeOffset="87812.5">5045 6861,'-18'0,"0"0,1 0,-1 0,-17 0,-18 0,18 0,17 0,-17 18,17-18,0 17,1 1,-19 0,19-1,-18 1,17 0,0-1,1-17,17 18,-36-18,19 18,17-1,-18 1,18-1,-18 1,18 0,-17-1,17 1,0 0,0-1,-35 19,35-36,0 17,0 18,0-35,0 18,0-18,0 35,0-17,0 0,17-1,-17 19,18-1,-1-18,36 19,-35-19,17-17,1 36,-19-36,1 17,-1-17,1 0,0 0,17 18,-35-18,35 0,1 0,-1 0,-17 0,17 0,-18 0,1 0,0 0,-18 0,17 0,-17 0,18 0,0 0,-18 0,17 0,1 0,0 0,-18 0,17 0,-17-18</inkml:trace>
  <inkml:trace contextRef="#ctx0" brushRef="#br0" timeOffset="88453.12">5539 7055,'0'0,"35"0,0 0,-17 0,17 0,0 0,1 0,16 0,-34 0,35 0,-53 0,18 0,-1 0,-17 0,18 0,0 0,-1 0,-17 0</inkml:trace>
  <inkml:trace contextRef="#ctx0" brushRef="#br0" timeOffset="89218.75">5503 7426,'18'0,"70"0,-17 0,17 0,-35 0,88 0,-106 0,36 0,-54 0,1 0,0 0</inkml:trace>
  <inkml:trace contextRef="#ctx0" brushRef="#br0" timeOffset="91625">6368 6755,'0'18,"0"70,0 0,0 1,0-37,0 19,0 0,0-36,0 35,0-34,0 17,0-18,0 18,0-18,17 0,-17-17,0 17,0-17,0-18,0 17,0 1,0-18,0 18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3:56:30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1817 8360,'17'-17,"19"-1,-36 18,35-18,-17 1,-1 17,1-18,-1 18,1 0,0-17,-1 17,1 0,-18 0,18 0,-1 0,-17 0,18 0,-18 0,18 0,-1 0,1 17,0-17,-1 18,-17-1,0-17,0 18,0-18,0 18,0-1,0 1,0-18,0 18,0-1,0-17,0 18,0 0,0-18,-35 17,35 1,-18-1,-17 1,17-18,1 18,-1-18,0 0,1 17,-19-17,19 0,-1 0,18 0,0-17</inkml:trace>
  <inkml:trace contextRef="#ctx0" brushRef="#br0" timeOffset="625">1940 8325,'0'0,"0"53,0-35,0 17,0 0,0 0,-17 1,-1-1,0 18,18-18,0 0,-17 1,17-1,0-17,-18 17,18-35,0 18,0-1,0-17,0 18,-35 17,35-52</inkml:trace>
  <inkml:trace contextRef="#ctx0" brushRef="#br0" timeOffset="2125">2152 8484,'0'0,"18"0,-1 0,1 0,-18 0,17 0,-17 0,18 0,0 0,-18 0,35 0,-17 0,-1 0,1 0,-18 0,18 0,-18 0,35 0,-35 0,17 0,-17 0,0 17,0-17,0 18,0-18,0 18,0-1,0 1,0 17,0-35,-35 36,35-19,-17 1,17-1,-18 1,0 0,-17 17,17-17,1-18,-1 0,-17 17,35-17,-18 18,18-18,-17 0,-1 0,18 18,-18-18,-17 17,35-17,0 0,35 0,1 0,16 0,1 0,0 0,-35 0,17 0,-35 0,18 0,-18 0,17 0,1 0,-18 0,18 0,-1 0,-17 0,18 0,0 0,-1 0,-17 0,18 0,-18-17</inkml:trace>
  <inkml:trace contextRef="#ctx0" brushRef="#br0" timeOffset="3703.12">2610 8413,'18'0,"0"0,-1 0,1 0,0 0,-18 0,17 0,1 0,0 18,-18-18,17 0,-17 18,18-18,-18 17,0-17,0 18,0-18,0 17,0 1,0-18,0 18,0-1,0-17,-18 18,18-18,-35 35,35-35,0 18,-18 0,1-1,17-17,-18 18,0-1,18-17,-17 0,-1 0,0 18,18-18,-17 0,17 0,-18 0,18 0,18 0,-1 0,1 0,0 0,35 18,-53-18,17 0,1 0,-18 0,18 17,-18 1,0-18,0 18,0-18,0 17,0 1,0-18,0 18,0-1,0-17,0 18,-18 0,18-1,-35 1,35-18,-18 17,-17 19,35-36,-36 17,1 1,35-18,-35 18,17-18,1 0,17 0,-18 0,18-36</inkml:trace>
  <inkml:trace contextRef="#ctx0" brushRef="#br0" timeOffset="5703.12">2946 8449,'17'0,"19"0,-19 0,1 0,-1 0,-17 0,18 0,0 0,-1 0,-17 0,18 0,17 0,-35 0,18 0,-18 17,0-17,0 18,0-18,0 17,0 1,0-18,0 18,-18-1,18-17,-17 18,-1-18,18 18,-18-18,18 35,-17-35,-1 18,18-18,-18 17,18-17,-17 0,-1 0,1 18,17-18,-18 17,0-17,18 0,0 18,0 0,18-18,0 0,-18 0,17 0,1 0,-18 0,17 0,-17 17,18-17,-18 0,18 0,-18 18,17-18,-17 0,18 0,-18 18,0-18,18 17,-18 1,0-18,0 18,0-18,0 17,17-17,-17 18,0 0,0-1,0 1,0-18,0 35,0-35,0 18,-35-1,35 1,-35 0,17 17,0-17,1-1,-18 1,35-18,-18 17,18 1,-18-18,1 0,-1 18,0-1,1-17,70-53</inkml:trace>
  <inkml:trace contextRef="#ctx0" brushRef="#br0" timeOffset="6750">3598 8360,'-17'0,"-19"18,36 0,0-18,0 17,0 1,-17 0,17-1,0 1,0-1,0 1,0 17,0-17,0 17,0-17,0 0,0-1,-36 36,36-53,-17 18,17 17,0-17,0 17,0-17,0-1,0 1,0 0,0-1,0 1,0-18,0 17,0 1,0 0,0-1,17 1,-17-18,0 18,18 17,-18-35,0 18,18-1,-18-17,17 0,1 18,-18-18,18 0,-18 0,17 0,1 0,0 0,-18 0</inkml:trace>
  <inkml:trace contextRef="#ctx0" brushRef="#br0" timeOffset="9906.25">4039 8343,'0'0,"-35"0,35 0,-18 17,18 1,-17 0,-19 17,19-17,17-1,-18 18,-17 1,35-19,0 1,0 0,0-1,-35 19,35-19,0 18,-18-35,18 36,-18-19,18-17,0 18,-35 0,35-18,0 17,0-17,0 36,0-19,0 1,0 0,0-18,0 17,0 18,18-35,-18 18,17-18,-17 18,18-18,-18 17,18-17,-1 0,-17 0,18 0,-1 0,-17 0,18 0,-18-17,0-1,0 0,0 1,18-1,-18 1,0-1,0 18,0-18,-18 1,0-1,18 18,-17-18,-1 1,1-1,-1 0,0 18,18 0</inkml:trace>
  <inkml:trace contextRef="#ctx0" brushRef="#br0" timeOffset="10765.62">4022 8995,'17'0,"1"18,-1 0,-17-18</inkml:trace>
  <inkml:trace contextRef="#ctx0" brushRef="#br0" timeOffset="12562.5">4145 8625,'0'0,"0"-18,0 18,18-17,-1-19,1 36,0 0,17-17,-35 17,18 0,-18 0,17 0,1 0,-18 0,17 0,-17 0,18 17,-18-17,18 18,-18-18,17 18,-17-1,18-17,0 18,-18 17,0-35,0 18,0-1,0-17,0 18,0 0,0-18,0 17,0-17,0 18,0 0,0-18,-18 17,0 1,18 0,-17-1,17 19,-18-19,18-17,-18 18,18-18,-17 17,17-17,-18 0,18 0,-35 0,17 0,18 0,18 0,-18 0,35 0,-35 0,18 0,-1 0,1 0,0 0,-1 0,-17 0,18 0,-18 0,18 0,-1 0,-17 0,18 0,0 0,-18 0,17 0,1 0,-1 0,-17 0,18 0,-18 0,18 0,-1 0</inkml:trace>
  <inkml:trace contextRef="#ctx0" brushRef="#br0" timeOffset="13171.87">4692 8942,'-18'0,"1"0,17 18,0-18,0 18,0-18,0 17</inkml:trace>
  <inkml:trace contextRef="#ctx0" brushRef="#br0" timeOffset="14093.75">4974 8484,'0'17,"0"19,0-1,0-17,0 35,0-18,0-18,0 36,0-17,0-19,0 19,0-19,0 19,0-19,0 1,0-1,0 1,0 0,0-1,0-17,0 18,0 17,-18-35</inkml:trace>
  <inkml:trace contextRef="#ctx0" brushRef="#br0" timeOffset="15875">5344 8519,'-17'-18,"-1"18,18 0,-17 0,17 0,-18 0,0 0,18 0,-17 0,17 0,-18 0,0 0,18 0,-35 18,35-18,-35 18,35 17,0-35,-18 18,18-1,-17-17,17 18,0-18,0 18,0-1,0-17,0 18,0-1,0 1,17 0,1-18,-18 0,17 0,1 0,-18 0,35 17,-35-17,18 0,-18 0,18 0,-1 0,-17 0,18 0,-18-17,18-1,-18 18,17-18,-17 36,0 0,-17 17,17-35,0 18,0-1,0 1,-18 0,18 17,0-17,0-18,0 17,0 1,0-18,0 35,0-17,0-18,0 17,0 1,0-18,0 18,0-18,0 17,-18 1</inkml:trace>
  <inkml:trace contextRef="#ctx0" brushRef="#br0" timeOffset="17312.5">5309 8307,'18'0,"-1"0,1 0,-18 18,18-18,-18 18,17-18,1 17,0 1,-1-18,-17 18,18-18,-18 17,18-17,-18 0,17 0,-17 18,0-18,0 18,18-18,-18 17,18-17,-18 18,0-18,0 17,0 1,0-18,0 18,0 17,0-35,0 18,17-1,-17-17,0 18,0 0,0-1,0 1,0-1,0 1,0 0,0-18,0 35,0-17,0-18,0 17,0 1,0 0,0-1,0 1,0-18,0 18,0-1,0-17,0 18,0-18,0 17,0 1,-17-18,17 18,-18-18,18 17,-18 1,1 0,17-1,-18 1,0 0,18-18,-35 17,17 1,18-18,-17 35,-1-17,18-18,-18 17,1-17</inkml:trace>
  <inkml:trace contextRef="#ctx0" brushRef="#br0" timeOffset="28906.25">2205 9013,'0'0,"0"35,0-35,0 36,0-36,0 17,0 18,0-35,0 18,0-18,0 18,0-1,0-17,-18 18,18 0,-17-1,17 1,0 0,-18-1,18-17,-18 35,18-35,-17 18,-1 0,18-1,-18-17</inkml:trace>
  <inkml:trace contextRef="#ctx0" brushRef="#br0" timeOffset="29953.12">2028 9260,'0'-18,"18"18,-18 18,18 0,-18-1,17 1,-17-1,0-17,0 18,0 0,0-18,0 17,0 1,0-18,18 18,-18-18,0 17,0 1,0 0,0-18,18 0,-1 0,1 0,-18 0,35-36,-17 36,-18 0,17-17,-17 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4:00:21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19473 17479,'-35'0,"-18"0,35 0,1 18,17-18,-18 17,0-17,1 36,-1-36,18 35,-18 0,18-17,-35 0,35-1,-18 18,18-17,-17 0,17-1,0 36,0-17,0-19,0 36,0-35,0 35,0-18,0-17,0 17,0-17,0 17,0-18,0 19,0-19,0 1,0 17,0-35,0 18,0 0,0-18,0 17,0-17,0 35,0-17,0-18,0 18,-35-1,35 1,-18-18,18 18,-35-1,17 1,18-18,-35 0,35 0,-18 18,0-18,1 0,-1 0,1 0,-1 0,0 0</inkml:trace>
  <inkml:trace contextRef="#ctx0" brushRef="#br0" timeOffset="812.5">18926 18044,'36'-18,"-19"0,1 18,-1 0,-17 0,36-17,-19 17,36-18,-35 0,35 1,0 17,-18 0,-17 0,-1 0,19 0,-36 0,17 0,1 0,-18 0,18 0,-1 0,1 0,-18 0,17 0,-17 0,18 0,-18 0,18 0,-18 0,17 0,-17 0,0 17</inkml:trace>
  <inkml:trace contextRef="#ctx0" brushRef="#br0" timeOffset="2281.25">19438 18273,'0'0,"-18"0,1 0,17-18,-18 18,18 0,-18 0,18 0,-17 0,-1 0,18 0,-18 0,18 18,0-18,0 18,0-1,0-17,0 18,0-18,0 17,0 1,0-18,18 18,0-18,-18 17,17-17,1 0,-18 0,18 0,-1 0,-17 18,0-18,0 18,0-18,0 17,-17 1,-1 0,0-18,-17 17,0-17,17 18,0-18,1 0,-1 0,18 0,-18 0,18 0,-17 0,17 0,-18-18,18 1</inkml:trace>
  <inkml:trace contextRef="#ctx0" brushRef="#br0" timeOffset="13843.75">11641 17514,'0'0,"-17"18,-1-18,1 0,-1 0,0 18,-17-18,17 17,1-17,-1 0,0 0,1 18,17 0,-18-18,-17 35,35-35,-35 18,35-1,0 1,0-1,0 1,0 0,0 17,0-35,0 18,0-18,0 35,0-35,0 18,0-1,0 1,17-18,-17 35,0-35,0 18,0-18,0 17,0 1,0-18,0 35,0-17,0-18,0 35,0-35,0 18,0-18,0 35,0-35,-17 18,17-18,-18 17,0 1,1-18,17 18,-18-18,18 0,-18 0,-17 17,18-17,17 18,-18-18,0 0,1 0,-1 0</inkml:trace>
  <inkml:trace contextRef="#ctx0" brushRef="#br0" timeOffset="14703.12">11095 17955,'35'-17,"-17"17,17 0,-35-18,18 18,-1 0,18 0,-35 0,36 0,-36-18,35 18,-17 0,17 0,-17 0,-18 0,35 0,-35 0,17 0,-17 0,36 0,-36 0,17 0,-17 0,18 0,0 0,-18 0,17 0,1 0,-18 0,18 0</inkml:trace>
  <inkml:trace contextRef="#ctx0" brushRef="#br0" timeOffset="15375">11589 18044,'0'35,"-18"18,18-36,0 36,0 0,0-35,0 17,0-17,0 17,0-35,0 18,0-1,0 1,0-18,0 18,0-1,0-34</inkml:trace>
  <inkml:trace contextRef="#ctx0" brushRef="#br0" timeOffset="16734.37">11589 18044,'0'0,"17"0,1 0,-1 0,-17 0,18 0,-18 0,35 0,-35 0,18 0,0 0,-1 0,-17 0,18 0,0 0,-18 0,17 0,-17 17,18-17,-18 18,0 0,0-18,0 17,0-17,0 18,0-1,0-17,0 18,0 0,-18-1,1-17,17 0,-18 0,18 0,-18 18,1-18,17 0,-18 18,0-18,18 0,-17 0,-1 0,0 0,1 17,17-17,-35 0,35 0,-18 0,18 0</inkml:trace>
  <inkml:trace contextRef="#ctx0" brushRef="#br0" timeOffset="27203.12">19455 15274,'0'0,"0"18,-17-18,-1 0,18 0,-17 0,17 0,-18 0,18 0,0 0,18 0,-1 0,-17 0,18 0,-18 0,17 0,1 0,-18 0,18 0,-1 0,-17 0</inkml:trace>
  <inkml:trace contextRef="#ctx0" brushRef="#br0" timeOffset="28156.25">19755 15257,'0'0,"71"0,-54 0,19 0,-36 0,35 0,-17 0,-18 0,17 0,1 0,0 0,17 0,-35 0</inkml:trace>
  <inkml:trace contextRef="#ctx0" brushRef="#br0" timeOffset="28718.75">20249 14992,'-35'18,"17"52,1-34,17 17,-18 0,-17 35,35-53,-18 0,18 1,-18-1,18-18,0-17,0 18,-17-18,-1 18,18-18,0 17,-18-17</inkml:trace>
  <inkml:trace contextRef="#ctx0" brushRef="#br0" timeOffset="30546.87">20390 15098,'-17'0,"-1"0,0 18,18-1,0-17,0 36,0-36,0 17,0 1,0 0,0-18,0 17,0 1,18-1,-18-17,18 18,-1-18,-17 0,36 18,-36-1,17-17,-17 18,18-18,-18 18,0-18,0 35,0-17,17-1,-17-17,0 18,0-1,0-17,0 18,0-18,0 18,0-18,-17 35,17-35,-18 18,1-18,17 17,-18 1,0-18,18 18,-17-18,17 0,-18 0,18 0,-35 0,17 0,18 0,-18 0,1 0,17-18,-18 0,18 18,0-17,0 17,0-18,0 0,18 1,-18-1,17 0,19-17,-36 18,17 17,-17-18,36-17,-19 35,-17-18,18 18,0-18,-18 1,17 17,-17-18,18 18,-1-18,-17 1,36 17,-36-18,0 18,17-17,-17-1,0 0,0 18,0-17,0-19,0 36,0-17,-17 17,-1 0,18 0,-18 0,18 0,-17 0,-1 0,1 17</inkml:trace>
  <inkml:trace contextRef="#ctx0" brushRef="#br0" timeOffset="32515.62">20584 15627,'0'0,"18"18,-18-18</inkml:trace>
  <inkml:trace contextRef="#ctx0" brushRef="#br0" timeOffset="34468.75">21166 15080,'-35'0,"17"18,1-18,-1 18,1-1,17-17,0 36,-36-19,19 1,17 0,-18-1,0 1,18-18,0 35,-17-17,-1 17,18-35,0 18,-18-1,18 1,0 0,-17-1,-1 1,18-1,0-17,0 18,0-18,0 35,0-35,0 18,0-18,0 18,0-1,0 1,18-18,-18 18,17-1,1 1,-18-18,0 17,0-17,0 18,18-18,-1 18,-17-18,18 0,0 0,-18 0,17 0,1 0,-18-18,18 0,-18 18,0-17,0 17,0-18,0 1,0 17,0-18,0 0,0 18,0-17,0 17,-18-18,18 18,-18-18,1 18,17 0,-18 0,0 0,18 0,-17-17,17 17,-18 0,0 0</inkml:trace>
  <inkml:trace contextRef="#ctx0" brushRef="#br0" timeOffset="36437.5">21590 15327,'-18'0,"0"0,1 0,-1 0,1 0,-1 0,0 18,18-18,-17 18,17-18,0 17,-18-17,18 18,-18 0,18-1,0 1,0-1,0-17,0 18,0 0,0-18,0 17,0-17,18 18,0-18,-18 0,17 18,-17-18,18 0,-18 0,18 0,-1 0,-17 0,18-18,-1 0,1 18,-18-17,0 17,0-18,0 18,0-18,0 1,18-18,-18 17,0 18,0-18,0 1,0-1,0 0,0 18,0-35,0 35,0-18,0 1,0-1,0 18,0-17,0-1,0 18,0-18,0 18,0-35,0 17,17 1,-17 17,0-18,0 0,0 18,0-17,0 17,0-18,0 18,0 0,0 18,0-1,0 1,0 0,0 17,0-35,0 18,0 17,0-17,0-18,0 35,0-35,0 35,0-17,0-18,0 17,0 1,0-18,0 18,0-18,0 17,0 1,0 0,0-18,0 17,0 1,0-1,0 1,0 0,18-1,-18-17,0 18,0-18,18 18,-1-36,1 0</inkml:trace>
  <inkml:trace contextRef="#ctx0" brushRef="#br0" timeOffset="37312.5">21801 15151,'0'0,"0"18,0-1,0 1,0 17,0 0,0-17,0 35,0-53,0 35,0 1,0-1,0-18,0 1,0 0,0 17,0-17,0-1,0 19,0-36,0 17,-17 1,17-18,0-35</inkml:trace>
  <inkml:trace contextRef="#ctx0" brushRef="#br0" timeOffset="38890.61">21837 15133,'17'0,"1"-35,0 35,-18 0,17 0,1 0,-18 0,17 0,19 0,-36 18,0-1,0-17,0 18,0-18,0 18,0-1,0-17,0 18,0 0,0-18,0 17,0 1,0-1,0-17,0 18,-36-18,36 18,-17-18,-1 17,18-17,-17 18,-19-18,36 18,-17-18,-1 17,18-17,0 36,18-36,-18 0,17 17,1-17,-18 0,18 0,-18 0,17 18,-17-18,18 17,-18-17,0 18,0-18,0 18,0-18,0 17,0 1,0-18,0 18,0-1,0 1,0 0,0-1,0-17,0 18,0-18,0 17,-35 19,35-36,-18 17,0-17,18 0,-17 18,17-18,-36 0,36 0,-17 0,17-18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6-12-14T14:12:23.8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17004 9895,'17'0,"124"0,-35 0,18 0,-18 0,70 0,-53 0,1 0,-1 0,-52 0,-18 0,-18 0,-17 0,-18 0,-18 0,-17 0,-18 0,-53 0,18 0,-36 0,-34 0,-1 0,18 0,-36 0,54 0,17 0,36 0,34 0,-17 0,53 0,0 0,71 0,-1 0,54 0,-1 0,54 0,-1 0,-35 0,-35 0,0 0,-53 0,-18 0,0 0,-35 0,18 0,-53 0,-18 0,-18 0,-35 0,1 0,-1 0,35 0,1 0,34 0,1 0,17 0,18 0,0 0,53 0,36 0,-19 0,1 0,-36 0,18 0,0 0,-53 0,17 0,-52 0,0 0,-36 0,1 0,17 0,-18 0,1 0,17 0,18 0,17 0,-17 0,-1 0,19 0,-19 0,36 0,-17 0,-1 0,1 0,-19 0,54 0,17 0,18 0,18 0,-1 0,18 0,36 0,-36 0,0 0,18 0,-35 0,-54 0,36 0,-35 0,-1 0,-17 0,18 0,17 0,-35 0,18 0,-18 0,18 0</inkml:trace>
  <inkml:trace contextRef="#ctx0" brushRef="#br0" timeOffset="6343.75">17127 11570,'-18'0,"18"0,18 0,53 0,-18 0,35 0,71 0,-18 0,17 0,-17 0,18 0,-18 0,0 0,1 0,-19 0,-70 0,-18 0,-17 0,-18 0,18 0</inkml:trace>
  <inkml:trace contextRef="#ctx0" brushRef="#br0" timeOffset="7234.37">17445 11941,'0'0,"-53"18,53-18,-18 17,0 1,18-18,0 17,-17 1,-1 17,18 1,0-1,0-35,0 35,0-35,0 18,0-18,18 17,-18-17,17 0,1 0,0 0,17 0,-17 0,17 0,0 0,18 0,-18 0,1-17,-1-18,-35 35,35-36,-17 36,-18-35,0 35,0-18,0 1,0 17,0-18,0 18,-18-18,1 1,17 17,-18 0,0-18,18 18,-17 0,-1-35,18 35,-35 0,17 0,-17 0,17 0,18 0,-17 0,-1 18,0-18,18 17</inkml:trace>
  <inkml:trace contextRef="#ctx0" brushRef="#br0" timeOffset="7656.25">17674 12364,'18'35,"-1"1,-17-36,0 17,0-17,18 18,-18-18</inkml:trace>
  <inkml:trace contextRef="#ctx0" brushRef="#br0" timeOffset="8390.62">18027 12029,'-18'0,"-17"0,35 18,-36-1,36-17,0 36,-17-19,-1 19,18-19,0 18,0-17,0-18,0 18,0-1,18 1,-1-18,-17 0,53 0,-17 0,-19 0,-17 0,36 0,-19-35,1 17,0 0,-18-17,17 35,-17-17,0-1,0-17,0 17,0 18,0-35,0 35,0-18,-35 0,35 18,-18 0,1 0</inkml:trace>
  <inkml:trace contextRef="#ctx0" brushRef="#br0" timeOffset="9140.62">18291 12047,'0'17,"0"36,0-53,0 36,0-19,0 1,0-1,0 1,0-18,0 18,18-18,0 17,-1-17,18 0,1 0,-1 0,0 0,18 0,0 0,-53 0,18 0,-18-17,17-1,-17 0,0 18,0-17,0 17,0-18,0 1,0-1,0 0,-35 1,0-19,0 36,17-35,0 35,1 0,-1-18,0 18,1 0</inkml:trace>
  <inkml:trace contextRef="#ctx0" brushRef="#br0" timeOffset="9750">18944 11976,'-18'0,"18"71,0-1,0 1,0-36,0 18,0 0,0 17,0-34,0-1,0 0,0 1,0-19,0-17,-17-35</inkml:trace>
  <inkml:trace contextRef="#ctx0" brushRef="#br0" timeOffset="10937.5">18644 11623,'0'18,"35"-18,1 0,17 0,-1 0,1 0,-17 0,-1 0,18 0,0 0,-18 0,0 0,18 0,-18 0,-35 0,18 0,-18 0,35 0</inkml:trace>
  <inkml:trace contextRef="#ctx0" brushRef="#br0" timeOffset="13109.37">18485 11535,'0'0,"36"0,-19 0,1 0,-1 18,1-18,0 0,-1 0,19 17,-36-17,35 0,-35 0,18 0,-18 0,17 0,1 0,-18 0,18 0,-18 18,17-18,-17 0,18 18,-18-18,35 17,-17 1,-36-18,0-18,18 1,-35 17,35 0,-17-18,-19 18,36 0,-17 0,17-18,0 1,-18 17,0 0,18-18,-17 18,-1 0,0 18,18-18,-17 17,-19 1,36-18,-17 18,34-18,1 0,17 0,1 0,-1 0,0 0,-17 0,0 0,-18 0,17 0</inkml:trace>
  <inkml:trace contextRef="#ctx0" brushRef="#br0" timeOffset="15390.62">17903 10865,'0'-18,"35"1,-17-1,17 18,18-18,-17 18,-19 0,19 0,-36 0,35 0,-18 0,19 0,-19 0,-17 0,18 0,0 0,-1 0,-17 0,36 0,-19 0,1 0,17 18,-35-18,18 0,-1 18,1-18,-18 17,18-17,-18 18,0-18,0 18,0-1,0 1,0 17,0-35,0 35,0-17,0 0,0-1,-18 19,0-19,18-17,-17 36,-1-19,0 1,18-1,-17-17,-1 18,1 0,17-18,-36 17,19 1,-1 0,0-18,1 0,-1 0,0 0,18 0,-17 0,-18 0,17 0,18 17,-18-17,1 0,17 0,-18 0,0 0,1 0,17 0,35 0,18 0,17 0,-34 0,-1 0,18 0,0 0,-36 0,19 0,-19 0,1 0,0 0,-18 0,17 0,1 0,0 0,-18 0,17 0,1 0,-1 0,-17 0,18 0,0 0,-18 0,17 0,-17 0,18 0,0 0,-1 0</inkml:trace>
  <inkml:trace contextRef="#ctx0" brushRef="#br0" timeOffset="18937.5">19632 11288,'0'18,"0"35,0-36,0 19,0-19,35 36,-35-17,35 16,1-16,-1 17,0 0,0-18,-17 0,17 18,1-18,-19 1,-17-19,18 1,0 0,-1 17,-17-35,18 17,-1 1,1 0,0-1,-1 1,-17-18</inkml:trace>
  <inkml:trace contextRef="#ctx0" brushRef="#br0" timeOffset="19453.12">20073 11324,'-36'17,"-69"160,87-107,-70 54,35-54,-18 1,54-18,-54 35,71-88,-35 35,35-35,-18 35,18-35</inkml:trace>
  <inkml:trace contextRef="#ctx0" brushRef="#br0" timeOffset="26703.12">20602 11535,'-35'-17,"-18"17,35 17,-17 18,35-35,-35 18,35 0,-36-1,36 1,-17-18,17 35,-18-35,18 18,0 17,0-17,0-18,0 17,0 1,0 0,0-18,18 17,-1 1,-17-18,36 18,-36-18,17 0,1 0,-1 0,-17 0,36 0,-36 0,17 0,19 0,-36 0,17 0,-17 0,36 0,-19-36,1 19,-1-1,1-17,-18 17,0-17,0 17,0 1,0-1,0 0,0 1,0 17,0-18,0 0,0 1,0 17,-18-18</inkml:trace>
  <inkml:trace contextRef="#ctx0" brushRef="#br0" timeOffset="27390.62">20867 11923,'-18'18,"0"35,18-53,0 17,0 1,0-18,0 18,0-18,0 35</inkml:trace>
  <inkml:trace contextRef="#ctx0" brushRef="#br0" timeOffset="28671.87">21113 11412,'18'0,"0"0,35 0,0 0,-53 0,17 0,18 0,-17 17,-18-17,0 18,0 0,0-1,0 1,0 0,0-1,0 1,0-1,0 1,0 0,0 17,0 0,-53 1,53-36,-17 17,-1-17,18 0,-18 0,18 18,-17-18,-1 0,18 0,-35 0,35 0,-18 0,18 0,-18 0,18 17,0-17,0 18,0-18,18 18,0-1,-1 1,1-18,0 0,-1 18,1-18,-18 0,18 0,-18 0,17 17,-17-17,0 18,18 0,-18-1,-18 1,1 0,17-1,-18-17,0 18,1 17,17-35,-18 18,0-18,1 0,-36 35,53-35,-53 18,18-18,17 0,0 17,1-17,17 18,-18-36</inkml:trace>
  <inkml:trace contextRef="#ctx0" brushRef="#br0" timeOffset="30296.87">21519 11623,'0'0,"53"0,-35 0,-1 0,1 0,-18 0,18 0,-1 0,1 0,-18 0,18 0,-18 18,0-18,0 18,0-18,0 17,0 1,0 0,0-1,0-17,0 18,0 17,-18-35,0 35,18-17,-17 0,-1-18,18 35,-35-17,35-1,-18 1,18-18,-18 18,18-18,-35 35,35-35,-17 17,17-17,-18 18,18-18,-18 18,18-18,-17 17,-1 1,18-18,18 0,17 0,18 0,-36 0,36 0,-17 0,-19 0,36 0,-35 0,-18 0,17 0,1 0,-18-18,18 18,17-17,-17-1,17-17</inkml:trace>
  <inkml:trace contextRef="#ctx0" brushRef="#br0" timeOffset="31171.87">22119 11412,'-18'0,"1"17,-1 1,-35 35,35-18,18-35,-53 53,53-18,0-17,-17 0,-1 35,18-53,-35 52,35-16,-18-36,18 17,0 1,18 0,0-1,17-17,0 18,0-18,1 18,-1-18,0 0,0 0,-17 0,-18 0,35 0,-35 0,18 0,-18 0,35 0,-17 0,0-18,-18 18,17 0,-17-18</inkml:trace>
  <inkml:trace contextRef="#ctx0" brushRef="#br0" timeOffset="31593.75">22189 11606,'0'17,"-35"54,35-18,-53 35,53-35,-35 18,35-19,-18 1,18 0,0-35,-35 17,35-35,0 18</inkml:trace>
  <inkml:trace contextRef="#ctx0" brushRef="#br0" timeOffset="32875">22860 11518,'0'0,"-18"-18,0 0,18 1,-17 17,-19 0,19-36,-18 36,35-17,-18 17,-17 0,17 0,18 0,-35 0,17 0,0 0,1 0,-1 0,1 17,-1-17,0 18,-35 17,53 1,-17-36,-19 35,36-18,-17 1,-1 17,1 18,17-35,0 17,0-17,0-1,17 19,-17-19,18-17,-18 0,17 0,-17 0,18 0,17 0,-17 0,17 0,1 0,-1 0,-18 0,1 0,35 0,-35 0,-1 0,1 0,17 0,-35 0,18 0,-1 0,1 0,-18-17,18-1,-36 18,0 35,18 36,-17 0,-18 34,35-16,0-37,-36 37,36-54,0 18,-17-36,17 19,0-36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3FDDA719-3577-41C5-89AF-470C9578CD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81555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380067" y="1552576"/>
            <a:ext cx="13572067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400">
                <a:ea typeface="宋体" pitchFamily="2" charset="-122"/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4915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725084" y="762000"/>
            <a:ext cx="103632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4400" y="3429000"/>
            <a:ext cx="85344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CBC87-3F09-461A-99A8-B44070CC084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284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AFA81-7B3A-4B79-A143-7F26E3DCCCA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2806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2B347-9B0E-42F5-BCF1-DCBBF9FACD8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437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C6CCE-2372-4A2E-A520-0CE57480094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322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8CC1-1DB2-4C67-B791-4B994230C44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076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A858F-938E-4E74-B55A-1E000B8CF86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190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881A2-0901-4DF8-A1C9-D3FE6EC7588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081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95852-C2E7-4F72-A2B5-1F537ABDFB2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7538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DFE5D-FBDF-44EA-B23D-6F3E718B1AF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1371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F459E-1D41-451F-B9D7-3B20020AC49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481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FA39D-90E8-4152-81BC-4C64C926B27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9147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FBF02-78D1-4DFF-AE7E-4DA39081BC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70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66FF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08067" y="602138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7030A0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8B9ABE25-A15A-4309-802D-2073F1E0FB0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1" name="Rectangle 8"/>
          <p:cNvSpPr>
            <a:spLocks noChangeArrowheads="1"/>
          </p:cNvSpPr>
          <p:nvPr userDrawn="1"/>
        </p:nvSpPr>
        <p:spPr bwMode="auto">
          <a:xfrm>
            <a:off x="10871200" y="6400800"/>
            <a:ext cx="1320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zh-CN" altLang="en-US" sz="2000" dirty="0">
                <a:solidFill>
                  <a:srgbClr val="7030A0"/>
                </a:solidFill>
              </a:rPr>
              <a:t>共</a:t>
            </a:r>
            <a:r>
              <a:rPr lang="en-US" altLang="zh-CN" sz="2000" dirty="0">
                <a:solidFill>
                  <a:srgbClr val="7030A0"/>
                </a:solidFill>
              </a:rPr>
              <a:t>17</a:t>
            </a:r>
            <a:r>
              <a:rPr lang="zh-CN" altLang="en-US" sz="2000" dirty="0">
                <a:solidFill>
                  <a:srgbClr val="7030A0"/>
                </a:solidFill>
              </a:rPr>
              <a:t>页</a:t>
            </a:r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 bwMode="auto">
          <a:xfrm>
            <a:off x="10261600" y="6019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1800" kern="120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5FB048FF-8733-4EAB-B8A5-6C9C9AE838C2}" type="slidenum">
              <a:rPr lang="en-US" altLang="zh-CN" sz="1800">
                <a:solidFill>
                  <a:srgbClr val="7030A0"/>
                </a:solidFill>
              </a:rPr>
              <a:pPr>
                <a:defRPr/>
              </a:pPr>
              <a:t>‹#›</a:t>
            </a:fld>
            <a:endParaRPr lang="en-US" altLang="zh-CN" sz="1800" dirty="0">
              <a:solidFill>
                <a:srgbClr val="7030A0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248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  <p:sldLayoutId id="214748424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3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8.png"/><Relationship Id="rId4" Type="http://schemas.openxmlformats.org/officeDocument/2006/relationships/image" Target="../media/image4.wmf"/><Relationship Id="rId9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png"/><Relationship Id="rId4" Type="http://schemas.openxmlformats.org/officeDocument/2006/relationships/image" Target="../media/image7.wmf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8.w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customXml" Target="../ink/ink4.xml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25.png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wmf"/><Relationship Id="rId20" Type="http://schemas.openxmlformats.org/officeDocument/2006/relationships/image" Target="../media/image38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9.wmf"/><Relationship Id="rId19" Type="http://schemas.openxmlformats.org/officeDocument/2006/relationships/customXml" Target="../ink/ink5.xml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31.wmf"/><Relationship Id="rId22" Type="http://schemas.openxmlformats.org/officeDocument/2006/relationships/image" Target="../media/image3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49.png"/><Relationship Id="rId7" Type="http://schemas.openxmlformats.org/officeDocument/2006/relationships/image" Target="../media/image5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customXml" Target="../ink/ink8.xml"/><Relationship Id="rId4" Type="http://schemas.openxmlformats.org/officeDocument/2006/relationships/image" Target="../media/image50.png"/><Relationship Id="rId9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3.png"/><Relationship Id="rId7" Type="http://schemas.openxmlformats.org/officeDocument/2006/relationships/customXml" Target="../ink/ink10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customXml" Target="../ink/ink9.xml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5.png"/><Relationship Id="rId7" Type="http://schemas.openxmlformats.org/officeDocument/2006/relationships/image" Target="../media/image7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Relationship Id="rId9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customXml" Target="../ink/ink12.xml"/><Relationship Id="rId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9" Type="http://schemas.openxmlformats.org/officeDocument/2006/relationships/oleObject" Target="../embeddings/oleObject42.bin"/><Relationship Id="rId21" Type="http://schemas.openxmlformats.org/officeDocument/2006/relationships/oleObject" Target="../embeddings/oleObject33.bin"/><Relationship Id="rId34" Type="http://schemas.openxmlformats.org/officeDocument/2006/relationships/image" Target="../media/image91.w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33" Type="http://schemas.openxmlformats.org/officeDocument/2006/relationships/oleObject" Target="../embeddings/oleObject39.bin"/><Relationship Id="rId38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29" Type="http://schemas.openxmlformats.org/officeDocument/2006/relationships/oleObject" Target="../embeddings/oleObject3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86.wmf"/><Relationship Id="rId32" Type="http://schemas.openxmlformats.org/officeDocument/2006/relationships/image" Target="../media/image90.wmf"/><Relationship Id="rId37" Type="http://schemas.openxmlformats.org/officeDocument/2006/relationships/oleObject" Target="../embeddings/oleObject41.bin"/><Relationship Id="rId40" Type="http://schemas.openxmlformats.org/officeDocument/2006/relationships/image" Target="../media/image94.w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28" Type="http://schemas.openxmlformats.org/officeDocument/2006/relationships/image" Target="../media/image88.wmf"/><Relationship Id="rId36" Type="http://schemas.openxmlformats.org/officeDocument/2006/relationships/image" Target="../media/image92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32.bin"/><Relationship Id="rId31" Type="http://schemas.openxmlformats.org/officeDocument/2006/relationships/oleObject" Target="../embeddings/oleObject38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81.wmf"/><Relationship Id="rId22" Type="http://schemas.openxmlformats.org/officeDocument/2006/relationships/image" Target="../media/image85.wmf"/><Relationship Id="rId27" Type="http://schemas.openxmlformats.org/officeDocument/2006/relationships/oleObject" Target="../embeddings/oleObject36.bin"/><Relationship Id="rId30" Type="http://schemas.openxmlformats.org/officeDocument/2006/relationships/image" Target="../media/image89.wmf"/><Relationship Id="rId35" Type="http://schemas.openxmlformats.org/officeDocument/2006/relationships/oleObject" Target="../embeddings/oleObject40.bin"/><Relationship Id="rId8" Type="http://schemas.openxmlformats.org/officeDocument/2006/relationships/image" Target="../media/image78.wmf"/><Relationship Id="rId3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Text Box 2052"/>
          <p:cNvSpPr txBox="1">
            <a:spLocks noChangeArrowheads="1"/>
          </p:cNvSpPr>
          <p:nvPr/>
        </p:nvSpPr>
        <p:spPr bwMode="auto">
          <a:xfrm>
            <a:off x="1631504" y="764704"/>
            <a:ext cx="90364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FFFF00"/>
                </a:solidFill>
                <a:latin typeface="+mn-ea"/>
                <a:ea typeface="+mn-ea"/>
              </a:rPr>
              <a:t>第</a:t>
            </a:r>
            <a:r>
              <a:rPr lang="en-US" altLang="zh-CN" sz="4000" dirty="0">
                <a:solidFill>
                  <a:srgbClr val="FFFF00"/>
                </a:solidFill>
                <a:latin typeface="+mn-ea"/>
                <a:ea typeface="+mn-ea"/>
              </a:rPr>
              <a:t>6</a:t>
            </a:r>
            <a:r>
              <a:rPr lang="zh-CN" altLang="en-US" sz="4000" dirty="0">
                <a:solidFill>
                  <a:srgbClr val="FFFF00"/>
                </a:solidFill>
                <a:latin typeface="+mn-ea"/>
                <a:ea typeface="+mn-ea"/>
              </a:rPr>
              <a:t>章 无限冲激响应</a:t>
            </a:r>
            <a:r>
              <a:rPr lang="en-US" altLang="zh-CN" sz="4000" dirty="0">
                <a:solidFill>
                  <a:srgbClr val="FFFF00"/>
                </a:solidFill>
                <a:latin typeface="+mn-ea"/>
                <a:ea typeface="+mn-ea"/>
              </a:rPr>
              <a:t>(IIR</a:t>
            </a:r>
            <a:r>
              <a:rPr lang="zh-CN" altLang="en-US" sz="4000" dirty="0">
                <a:solidFill>
                  <a:srgbClr val="FFFF00"/>
                </a:solidFill>
                <a:latin typeface="+mn-ea"/>
                <a:ea typeface="+mn-ea"/>
              </a:rPr>
              <a:t>）滤波器设计</a:t>
            </a:r>
          </a:p>
        </p:txBody>
      </p:sp>
      <p:sp>
        <p:nvSpPr>
          <p:cNvPr id="36869" name="Text Box 2053"/>
          <p:cNvSpPr txBox="1">
            <a:spLocks noChangeArrowheads="1"/>
          </p:cNvSpPr>
          <p:nvPr/>
        </p:nvSpPr>
        <p:spPr bwMode="auto">
          <a:xfrm>
            <a:off x="1905000" y="1909575"/>
            <a:ext cx="8077200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/>
              <a:t>6.1  </a:t>
            </a:r>
            <a:r>
              <a:rPr lang="zh-CN" altLang="en-US" sz="3200" dirty="0"/>
              <a:t>滤波器的基本概念；</a:t>
            </a:r>
          </a:p>
          <a:p>
            <a:pPr>
              <a:spcBef>
                <a:spcPct val="50000"/>
              </a:spcBef>
            </a:pPr>
            <a:r>
              <a:rPr lang="en-US" altLang="zh-CN" sz="3200" dirty="0"/>
              <a:t>6.2  </a:t>
            </a:r>
            <a:r>
              <a:rPr lang="zh-CN" altLang="en-US" sz="3200" dirty="0"/>
              <a:t>模拟低通滤波器设计；</a:t>
            </a:r>
          </a:p>
          <a:p>
            <a:pPr>
              <a:spcBef>
                <a:spcPct val="50000"/>
              </a:spcBef>
            </a:pPr>
            <a:r>
              <a:rPr lang="en-US" altLang="zh-CN" sz="3200" dirty="0"/>
              <a:t>6.3  </a:t>
            </a:r>
            <a:r>
              <a:rPr lang="zh-CN" altLang="en-US" sz="3200" dirty="0"/>
              <a:t>模拟高通、带通及带阻滤波器设计；</a:t>
            </a:r>
          </a:p>
          <a:p>
            <a:pPr>
              <a:spcBef>
                <a:spcPct val="50000"/>
              </a:spcBef>
            </a:pPr>
            <a:r>
              <a:rPr lang="en-US" altLang="zh-CN" sz="3200" dirty="0"/>
              <a:t>6.4   </a:t>
            </a:r>
            <a:r>
              <a:rPr lang="zh-CN" altLang="en-US" sz="3200" dirty="0"/>
              <a:t>冲激响应不变法；</a:t>
            </a:r>
          </a:p>
          <a:p>
            <a:pPr>
              <a:spcBef>
                <a:spcPct val="50000"/>
              </a:spcBef>
            </a:pPr>
            <a:r>
              <a:rPr lang="en-US" altLang="zh-CN" sz="3200" dirty="0"/>
              <a:t>6.5   </a:t>
            </a:r>
            <a:r>
              <a:rPr lang="zh-CN" altLang="en-US" sz="3200" dirty="0"/>
              <a:t>双线性</a:t>
            </a:r>
            <a:r>
              <a:rPr lang="en-US" altLang="zh-CN" sz="3200" dirty="0"/>
              <a:t>Z</a:t>
            </a:r>
            <a:r>
              <a:rPr lang="zh-CN" altLang="en-US" sz="3200" dirty="0"/>
              <a:t>变换法；</a:t>
            </a:r>
          </a:p>
          <a:p>
            <a:pPr>
              <a:spcBef>
                <a:spcPct val="50000"/>
              </a:spcBef>
            </a:pPr>
            <a:r>
              <a:rPr lang="en-US" altLang="zh-CN" sz="3200" dirty="0"/>
              <a:t>6.6  </a:t>
            </a:r>
            <a:r>
              <a:rPr lang="zh-CN" altLang="en-US" sz="3200" dirty="0"/>
              <a:t>数字高通、带通及带阻滤波器设计；</a:t>
            </a:r>
          </a:p>
        </p:txBody>
      </p:sp>
      <p:sp>
        <p:nvSpPr>
          <p:cNvPr id="4" name="矩形 3"/>
          <p:cNvSpPr/>
          <p:nvPr/>
        </p:nvSpPr>
        <p:spPr>
          <a:xfrm>
            <a:off x="11035709" y="34430"/>
            <a:ext cx="7489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402706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2133600" y="44625"/>
            <a:ext cx="7772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dirty="0">
                <a:solidFill>
                  <a:schemeClr val="tx2"/>
                </a:solidFill>
                <a:latin typeface="方正姚体" pitchFamily="2" charset="-122"/>
                <a:ea typeface="方正姚体" pitchFamily="2" charset="-122"/>
              </a:rPr>
              <a:t>6.5 </a:t>
            </a:r>
            <a:r>
              <a:rPr lang="zh-CN" altLang="en-US" sz="4000" dirty="0">
                <a:solidFill>
                  <a:schemeClr val="tx2"/>
                </a:solidFill>
                <a:latin typeface="方正姚体" pitchFamily="2" charset="-122"/>
                <a:ea typeface="方正姚体" pitchFamily="2" charset="-122"/>
              </a:rPr>
              <a:t>用双线性</a:t>
            </a:r>
            <a:r>
              <a:rPr lang="en-US" altLang="zh-CN" sz="4000" dirty="0">
                <a:solidFill>
                  <a:schemeClr val="tx2"/>
                </a:solidFill>
                <a:latin typeface="方正姚体" pitchFamily="2" charset="-122"/>
                <a:ea typeface="方正姚体" pitchFamily="2" charset="-122"/>
              </a:rPr>
              <a:t>Z</a:t>
            </a:r>
            <a:r>
              <a:rPr lang="zh-CN" altLang="en-US" sz="4000" dirty="0">
                <a:solidFill>
                  <a:schemeClr val="tx2"/>
                </a:solidFill>
                <a:latin typeface="方正姚体" pitchFamily="2" charset="-122"/>
                <a:ea typeface="方正姚体" pitchFamily="2" charset="-122"/>
              </a:rPr>
              <a:t>变换法设计 </a:t>
            </a:r>
            <a:r>
              <a:rPr lang="en-US" altLang="zh-CN" sz="4000" dirty="0">
                <a:solidFill>
                  <a:schemeClr val="tx2"/>
                </a:solidFill>
                <a:latin typeface="方正姚体" pitchFamily="2" charset="-122"/>
                <a:ea typeface="方正姚体" pitchFamily="2" charset="-122"/>
              </a:rPr>
              <a:t>IIR DF</a:t>
            </a: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1981200" y="1219200"/>
            <a:ext cx="822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    放弃上一节的线性转换关系，找新的关系</a:t>
            </a:r>
          </a:p>
        </p:txBody>
      </p:sp>
      <p:pic>
        <p:nvPicPr>
          <p:cNvPr id="17511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694" y="3717032"/>
            <a:ext cx="8921802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009160"/>
              </p:ext>
            </p:extLst>
          </p:nvPr>
        </p:nvGraphicFramePr>
        <p:xfrm>
          <a:off x="5867400" y="1921024"/>
          <a:ext cx="14620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8" name="Equation" r:id="rId4" imgW="406048" imgH="152268" progId="Equation.DSMT4">
                  <p:embed/>
                </p:oleObj>
              </mc:Choice>
              <mc:Fallback>
                <p:oleObj name="Equation" r:id="rId4" imgW="406048" imgH="1522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21024"/>
                        <a:ext cx="14620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135356"/>
              </p:ext>
            </p:extLst>
          </p:nvPr>
        </p:nvGraphicFramePr>
        <p:xfrm>
          <a:off x="3733801" y="1844824"/>
          <a:ext cx="17891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99" name="Equation" r:id="rId6" imgW="482181" imgH="177646" progId="Equation.DSMT4">
                  <p:embed/>
                </p:oleObj>
              </mc:Choice>
              <mc:Fallback>
                <p:oleObj name="Equation" r:id="rId6" imgW="482181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1844824"/>
                        <a:ext cx="178911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610592" y="3002173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这种关系应该保证：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墨迹 4"/>
              <p14:cNvContentPartPr/>
              <p14:nvPr/>
            </p14:nvContentPartPr>
            <p14:xfrm>
              <a:off x="6375360" y="3105000"/>
              <a:ext cx="2375280" cy="565560"/>
            </p14:xfrm>
          </p:contentPart>
        </mc:Choice>
        <mc:Fallback xmlns="">
          <p:pic>
            <p:nvPicPr>
              <p:cNvPr id="5" name="墨迹 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66000" y="3095640"/>
                <a:ext cx="2394000" cy="5842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矩形 8"/>
          <p:cNvSpPr/>
          <p:nvPr/>
        </p:nvSpPr>
        <p:spPr>
          <a:xfrm>
            <a:off x="11232751" y="34429"/>
            <a:ext cx="623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383417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6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1981200" y="1219201"/>
            <a:ext cx="822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/>
              <a:t>满足上述</a:t>
            </a:r>
            <a:r>
              <a:rPr lang="en-US" altLang="zh-CN" sz="3200" dirty="0"/>
              <a:t>4</a:t>
            </a:r>
            <a:r>
              <a:rPr lang="zh-CN" altLang="en-US" sz="3200" dirty="0"/>
              <a:t>个条件的映射关系为</a:t>
            </a:r>
          </a:p>
        </p:txBody>
      </p:sp>
      <p:grpSp>
        <p:nvGrpSpPr>
          <p:cNvPr id="27675" name="Group 27"/>
          <p:cNvGrpSpPr>
            <a:grpSpLocks/>
          </p:cNvGrpSpPr>
          <p:nvPr/>
        </p:nvGrpSpPr>
        <p:grpSpPr bwMode="auto">
          <a:xfrm>
            <a:off x="6629405" y="2145432"/>
            <a:ext cx="4024315" cy="2209800"/>
            <a:chOff x="3216" y="2016"/>
            <a:chExt cx="2535" cy="1392"/>
          </a:xfrm>
        </p:grpSpPr>
        <p:graphicFrame>
          <p:nvGraphicFramePr>
            <p:cNvPr id="27671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0823045"/>
                </p:ext>
              </p:extLst>
            </p:nvPr>
          </p:nvGraphicFramePr>
          <p:xfrm>
            <a:off x="3560" y="2304"/>
            <a:ext cx="2191" cy="8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40" name="Equation" r:id="rId3" imgW="1180800" imgH="457200" progId="Equation.DSMT4">
                    <p:embed/>
                  </p:oleObj>
                </mc:Choice>
                <mc:Fallback>
                  <p:oleObj name="Equation" r:id="rId3" imgW="11808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304"/>
                          <a:ext cx="2191" cy="8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2" name="AutoShape 24"/>
            <p:cNvSpPr>
              <a:spLocks/>
            </p:cNvSpPr>
            <p:nvPr/>
          </p:nvSpPr>
          <p:spPr bwMode="auto">
            <a:xfrm>
              <a:off x="3216" y="2016"/>
              <a:ext cx="288" cy="1392"/>
            </a:xfrm>
            <a:prstGeom prst="rightBrace">
              <a:avLst>
                <a:gd name="adj1" fmla="val 40278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76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304861"/>
              </p:ext>
            </p:extLst>
          </p:nvPr>
        </p:nvGraphicFramePr>
        <p:xfrm>
          <a:off x="2362200" y="3517033"/>
          <a:ext cx="38862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41" name="Equation" r:id="rId5" imgW="1434960" imgH="431640" progId="Equation.DSMT4">
                  <p:embed/>
                </p:oleObj>
              </mc:Choice>
              <mc:Fallback>
                <p:oleObj name="Equation" r:id="rId5" imgW="1434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17033"/>
                        <a:ext cx="38862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76" name="Group 28"/>
          <p:cNvGrpSpPr>
            <a:grpSpLocks/>
          </p:cNvGrpSpPr>
          <p:nvPr/>
        </p:nvGrpSpPr>
        <p:grpSpPr bwMode="auto">
          <a:xfrm>
            <a:off x="2208214" y="1916833"/>
            <a:ext cx="3887787" cy="1408113"/>
            <a:chOff x="431" y="1872"/>
            <a:chExt cx="2449" cy="887"/>
          </a:xfrm>
        </p:grpSpPr>
        <p:graphicFrame>
          <p:nvGraphicFramePr>
            <p:cNvPr id="27657" name="Object 9"/>
            <p:cNvGraphicFramePr>
              <a:graphicFrameLocks noChangeAspect="1"/>
            </p:cNvGraphicFramePr>
            <p:nvPr/>
          </p:nvGraphicFramePr>
          <p:xfrm>
            <a:off x="1392" y="1872"/>
            <a:ext cx="1488" cy="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42" name="公式" r:id="rId7" imgW="723600" imgH="431640" progId="Equation.3">
                    <p:embed/>
                  </p:oleObj>
                </mc:Choice>
                <mc:Fallback>
                  <p:oleObj name="公式" r:id="rId7" imgW="7236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872"/>
                          <a:ext cx="1488" cy="8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1" name="Text Box 13"/>
            <p:cNvSpPr txBox="1">
              <a:spLocks noChangeArrowheads="1"/>
            </p:cNvSpPr>
            <p:nvPr/>
          </p:nvSpPr>
          <p:spPr bwMode="auto">
            <a:xfrm>
              <a:off x="431" y="2112"/>
              <a:ext cx="76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3200" dirty="0"/>
            </a:p>
          </p:txBody>
        </p:sp>
      </p:grpSp>
      <p:sp>
        <p:nvSpPr>
          <p:cNvPr id="27673" name="Text Box 25"/>
          <p:cNvSpPr txBox="1">
            <a:spLocks noChangeArrowheads="1"/>
          </p:cNvSpPr>
          <p:nvPr/>
        </p:nvSpPr>
        <p:spPr bwMode="auto">
          <a:xfrm>
            <a:off x="3505200" y="4812433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隶书" pitchFamily="49" charset="-122"/>
                <a:ea typeface="隶书" pitchFamily="49" charset="-122"/>
              </a:rPr>
              <a:t>双线性</a:t>
            </a:r>
            <a:r>
              <a:rPr lang="en-US" altLang="zh-CN" sz="4000" dirty="0">
                <a:latin typeface="隶书" pitchFamily="49" charset="-122"/>
                <a:ea typeface="隶书" pitchFamily="49" charset="-122"/>
              </a:rPr>
              <a:t>z</a:t>
            </a:r>
            <a:r>
              <a:rPr lang="zh-CN" altLang="en-US" sz="4000" dirty="0">
                <a:latin typeface="隶书" pitchFamily="49" charset="-122"/>
                <a:ea typeface="隶书" pitchFamily="49" charset="-122"/>
              </a:rPr>
              <a:t>变换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墨迹 2"/>
              <p14:cNvContentPartPr/>
              <p14:nvPr/>
            </p14:nvContentPartPr>
            <p14:xfrm>
              <a:off x="7752184" y="1803975"/>
              <a:ext cx="1162440" cy="641880"/>
            </p14:xfrm>
          </p:contentPart>
        </mc:Choice>
        <mc:Fallback xmlns="">
          <p:pic>
            <p:nvPicPr>
              <p:cNvPr id="3" name="墨迹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42824" y="1794615"/>
                <a:ext cx="1181160" cy="660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1790700" y="116633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+mn-ea"/>
                <a:ea typeface="+mn-ea"/>
              </a:rPr>
              <a:t>双线性</a:t>
            </a:r>
            <a:r>
              <a:rPr lang="en-US" altLang="zh-CN" sz="4000" dirty="0">
                <a:latin typeface="+mn-ea"/>
                <a:ea typeface="+mn-ea"/>
              </a:rPr>
              <a:t>z</a:t>
            </a:r>
            <a:r>
              <a:rPr lang="zh-CN" altLang="en-US" sz="4000" dirty="0">
                <a:latin typeface="+mn-ea"/>
                <a:ea typeface="+mn-ea"/>
              </a:rPr>
              <a:t>变换</a:t>
            </a:r>
          </a:p>
        </p:txBody>
      </p:sp>
    </p:spTree>
    <p:extLst>
      <p:ext uri="{BB962C8B-B14F-4D97-AF65-F5344CB8AC3E}">
        <p14:creationId xmlns:p14="http://schemas.microsoft.com/office/powerpoint/2010/main" val="388141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274993"/>
              </p:ext>
            </p:extLst>
          </p:nvPr>
        </p:nvGraphicFramePr>
        <p:xfrm>
          <a:off x="3644900" y="44624"/>
          <a:ext cx="4749800" cy="400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64" name="Equation" r:id="rId3" imgW="1612800" imgH="1358640" progId="Equation.DSMT4">
                  <p:embed/>
                </p:oleObj>
              </mc:Choice>
              <mc:Fallback>
                <p:oleObj name="Equation" r:id="rId3" imgW="1612800" imgH="1358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44624"/>
                        <a:ext cx="4749800" cy="400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491912"/>
              </p:ext>
            </p:extLst>
          </p:nvPr>
        </p:nvGraphicFramePr>
        <p:xfrm>
          <a:off x="1775521" y="4149080"/>
          <a:ext cx="757872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65" name="Equation" r:id="rId5" imgW="2743200" imgH="431640" progId="Equation.DSMT4">
                  <p:embed/>
                </p:oleObj>
              </mc:Choice>
              <mc:Fallback>
                <p:oleObj name="Equation" r:id="rId5" imgW="2743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4149080"/>
                        <a:ext cx="7578725" cy="11938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691194"/>
              </p:ext>
            </p:extLst>
          </p:nvPr>
        </p:nvGraphicFramePr>
        <p:xfrm>
          <a:off x="3581400" y="5741640"/>
          <a:ext cx="19812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66" name="Equation" r:id="rId7" imgW="482400" imgH="177480" progId="Equation.DSMT4">
                  <p:embed/>
                </p:oleObj>
              </mc:Choice>
              <mc:Fallback>
                <p:oleObj name="Equation" r:id="rId7" imgW="482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741640"/>
                        <a:ext cx="19812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019800" y="5589241"/>
            <a:ext cx="3505200" cy="109537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/>
              <a:t>非线性关系，但是一对一的转换</a:t>
            </a:r>
          </a:p>
        </p:txBody>
      </p:sp>
      <p:sp>
        <p:nvSpPr>
          <p:cNvPr id="7" name="矩形 6"/>
          <p:cNvSpPr/>
          <p:nvPr/>
        </p:nvSpPr>
        <p:spPr>
          <a:xfrm>
            <a:off x="1532212" y="3645024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即</a:t>
            </a:r>
          </a:p>
        </p:txBody>
      </p:sp>
      <p:sp>
        <p:nvSpPr>
          <p:cNvPr id="8" name="矩形 7"/>
          <p:cNvSpPr/>
          <p:nvPr/>
        </p:nvSpPr>
        <p:spPr>
          <a:xfrm>
            <a:off x="9480376" y="4203086"/>
            <a:ext cx="114326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(6.5.3)</a:t>
            </a:r>
          </a:p>
          <a:p>
            <a:r>
              <a:rPr lang="en-US" altLang="zh-CN" sz="2800" dirty="0"/>
              <a:t>(6.5.4)</a:t>
            </a:r>
            <a:endParaRPr lang="zh-CN" alt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墨迹 2"/>
              <p14:cNvContentPartPr/>
              <p14:nvPr/>
            </p14:nvContentPartPr>
            <p14:xfrm>
              <a:off x="8312160" y="291960"/>
              <a:ext cx="2121120" cy="680040"/>
            </p14:xfrm>
          </p:contentPart>
        </mc:Choice>
        <mc:Fallback xmlns="">
          <p:pic>
            <p:nvPicPr>
              <p:cNvPr id="3" name="墨迹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02800" y="282600"/>
                <a:ext cx="2139840" cy="69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402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1124744"/>
            <a:ext cx="3384376" cy="636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694017"/>
              </p:ext>
            </p:extLst>
          </p:nvPr>
        </p:nvGraphicFramePr>
        <p:xfrm>
          <a:off x="2711624" y="0"/>
          <a:ext cx="6696744" cy="1054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52" name="Equation" r:id="rId4" imgW="2743200" imgH="431800" progId="Equation.DSMT4">
                  <p:embed/>
                </p:oleObj>
              </mc:Choice>
              <mc:Fallback>
                <p:oleObj name="Equation" r:id="rId4" imgW="2743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0"/>
                        <a:ext cx="6696744" cy="105487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84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872" y="1252500"/>
            <a:ext cx="1296144" cy="3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1916832"/>
            <a:ext cx="4680520" cy="356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680" y="1916831"/>
            <a:ext cx="43148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2348881"/>
            <a:ext cx="361950" cy="420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446" y="2364583"/>
            <a:ext cx="8711058" cy="40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2852936"/>
            <a:ext cx="8991269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354" y="5949280"/>
            <a:ext cx="29813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891" y="6381329"/>
            <a:ext cx="50292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865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3124200" y="1254126"/>
          <a:ext cx="65849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48" name="Equation" r:id="rId3" imgW="2158920" imgH="241200" progId="Equation.DSMT4">
                  <p:embed/>
                </p:oleObj>
              </mc:Choice>
              <mc:Fallback>
                <p:oleObj name="Equation" r:id="rId3" imgW="2158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54126"/>
                        <a:ext cx="658495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1905000" y="1249364"/>
            <a:ext cx="137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/>
              <a:t>Step1.</a:t>
            </a:r>
          </a:p>
        </p:txBody>
      </p:sp>
      <p:grpSp>
        <p:nvGrpSpPr>
          <p:cNvPr id="28691" name="Group 19"/>
          <p:cNvGrpSpPr>
            <a:grpSpLocks/>
          </p:cNvGrpSpPr>
          <p:nvPr/>
        </p:nvGrpSpPr>
        <p:grpSpPr bwMode="auto">
          <a:xfrm>
            <a:off x="1905000" y="2128838"/>
            <a:ext cx="7391400" cy="1528762"/>
            <a:chOff x="240" y="1152"/>
            <a:chExt cx="4656" cy="963"/>
          </a:xfrm>
        </p:grpSpPr>
        <p:graphicFrame>
          <p:nvGraphicFramePr>
            <p:cNvPr id="28676" name="Object 4"/>
            <p:cNvGraphicFramePr>
              <a:graphicFrameLocks noChangeAspect="1"/>
            </p:cNvGraphicFramePr>
            <p:nvPr/>
          </p:nvGraphicFramePr>
          <p:xfrm>
            <a:off x="1152" y="1488"/>
            <a:ext cx="3744" cy="6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49" name="公式" r:id="rId5" imgW="2565360" imgH="431640" progId="Equation.3">
                    <p:embed/>
                  </p:oleObj>
                </mc:Choice>
                <mc:Fallback>
                  <p:oleObj name="公式" r:id="rId5" imgW="25653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488"/>
                          <a:ext cx="3744" cy="6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6" name="Text Box 14"/>
            <p:cNvSpPr txBox="1">
              <a:spLocks noChangeArrowheads="1"/>
            </p:cNvSpPr>
            <p:nvPr/>
          </p:nvSpPr>
          <p:spPr bwMode="auto">
            <a:xfrm>
              <a:off x="240" y="1152"/>
              <a:ext cx="230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/>
                <a:t>Step2.  </a:t>
              </a:r>
              <a:r>
                <a:rPr lang="zh-CN" altLang="en-US" sz="3200" dirty="0"/>
                <a:t>频率转换：</a:t>
              </a:r>
            </a:p>
          </p:txBody>
        </p:sp>
      </p:grpSp>
      <p:grpSp>
        <p:nvGrpSpPr>
          <p:cNvPr id="28692" name="Group 20"/>
          <p:cNvGrpSpPr>
            <a:grpSpLocks/>
          </p:cNvGrpSpPr>
          <p:nvPr/>
        </p:nvGrpSpPr>
        <p:grpSpPr bwMode="auto">
          <a:xfrm>
            <a:off x="1981200" y="3759200"/>
            <a:ext cx="7467600" cy="1498600"/>
            <a:chOff x="288" y="2208"/>
            <a:chExt cx="4704" cy="944"/>
          </a:xfrm>
        </p:grpSpPr>
        <p:graphicFrame>
          <p:nvGraphicFramePr>
            <p:cNvPr id="28677" name="Object 5"/>
            <p:cNvGraphicFramePr>
              <a:graphicFrameLocks noChangeAspect="1"/>
            </p:cNvGraphicFramePr>
            <p:nvPr/>
          </p:nvGraphicFramePr>
          <p:xfrm>
            <a:off x="1200" y="2208"/>
            <a:ext cx="3792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50" name="公式" r:id="rId7" imgW="2247840" imgH="317160" progId="Equation.3">
                    <p:embed/>
                  </p:oleObj>
                </mc:Choice>
                <mc:Fallback>
                  <p:oleObj name="公式" r:id="rId7" imgW="224784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208"/>
                          <a:ext cx="3792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8879041"/>
                </p:ext>
              </p:extLst>
            </p:nvPr>
          </p:nvGraphicFramePr>
          <p:xfrm>
            <a:off x="930" y="2784"/>
            <a:ext cx="3625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51" name="Equation" r:id="rId9" imgW="2108160" imgH="215640" progId="Equation.DSMT4">
                    <p:embed/>
                  </p:oleObj>
                </mc:Choice>
                <mc:Fallback>
                  <p:oleObj name="Equation" r:id="rId9" imgW="21081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2784"/>
                          <a:ext cx="3625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7" name="Text Box 15"/>
            <p:cNvSpPr txBox="1">
              <a:spLocks noChangeArrowheads="1"/>
            </p:cNvSpPr>
            <p:nvPr/>
          </p:nvSpPr>
          <p:spPr bwMode="auto">
            <a:xfrm>
              <a:off x="288" y="2208"/>
              <a:ext cx="8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/>
                <a:t>Step3.</a:t>
              </a:r>
            </a:p>
          </p:txBody>
        </p:sp>
      </p:grpSp>
      <p:grpSp>
        <p:nvGrpSpPr>
          <p:cNvPr id="28693" name="Group 21"/>
          <p:cNvGrpSpPr>
            <a:grpSpLocks/>
          </p:cNvGrpSpPr>
          <p:nvPr/>
        </p:nvGrpSpPr>
        <p:grpSpPr bwMode="auto">
          <a:xfrm>
            <a:off x="1981200" y="5562600"/>
            <a:ext cx="5748338" cy="1047750"/>
            <a:chOff x="288" y="3504"/>
            <a:chExt cx="3621" cy="660"/>
          </a:xfrm>
        </p:grpSpPr>
        <p:sp>
          <p:nvSpPr>
            <p:cNvPr id="28688" name="Text Box 16"/>
            <p:cNvSpPr txBox="1">
              <a:spLocks noChangeArrowheads="1"/>
            </p:cNvSpPr>
            <p:nvPr/>
          </p:nvSpPr>
          <p:spPr bwMode="auto">
            <a:xfrm>
              <a:off x="288" y="3504"/>
              <a:ext cx="8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/>
                <a:t>Step4.</a:t>
              </a:r>
            </a:p>
          </p:txBody>
        </p:sp>
        <p:graphicFrame>
          <p:nvGraphicFramePr>
            <p:cNvPr id="28690" name="Object 18"/>
            <p:cNvGraphicFramePr>
              <a:graphicFrameLocks noChangeAspect="1"/>
            </p:cNvGraphicFramePr>
            <p:nvPr/>
          </p:nvGraphicFramePr>
          <p:xfrm>
            <a:off x="1488" y="3504"/>
            <a:ext cx="2421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52" name="Equation" r:id="rId11" imgW="1346040" imgH="368280" progId="Equation.DSMT4">
                    <p:embed/>
                  </p:oleObj>
                </mc:Choice>
                <mc:Fallback>
                  <p:oleObj name="Equation" r:id="rId11" imgW="1346040" imgH="368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504"/>
                          <a:ext cx="2421" cy="6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1752600" y="228601"/>
            <a:ext cx="746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>
                <a:solidFill>
                  <a:schemeClr val="accent1"/>
                </a:solidFill>
                <a:ea typeface="华文新魏" pitchFamily="2" charset="-122"/>
              </a:rPr>
              <a:t>数字低通滤波器的设计步骤：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墨迹 1"/>
              <p14:cNvContentPartPr/>
              <p14:nvPr/>
            </p14:nvContentPartPr>
            <p14:xfrm>
              <a:off x="9175800" y="2197080"/>
              <a:ext cx="1194120" cy="83844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66440" y="2187720"/>
                <a:ext cx="1212840" cy="857160"/>
              </a:xfrm>
              <a:prstGeom prst="rect">
                <a:avLst/>
              </a:prstGeom>
            </p:spPr>
          </p:pic>
        </mc:Fallback>
      </mc:AlternateContent>
      <p:pic>
        <p:nvPicPr>
          <p:cNvPr id="179217" name="Picture 1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696" y="4565374"/>
            <a:ext cx="2771800" cy="951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213039"/>
              </p:ext>
            </p:extLst>
          </p:nvPr>
        </p:nvGraphicFramePr>
        <p:xfrm>
          <a:off x="1828800" y="165101"/>
          <a:ext cx="13716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4" name="Equation" r:id="rId3" imgW="495000" imgH="203040" progId="Equation.DSMT4">
                  <p:embed/>
                </p:oleObj>
              </mc:Choice>
              <mc:Fallback>
                <p:oleObj name="Equation" r:id="rId3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5101"/>
                        <a:ext cx="13716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728633"/>
              </p:ext>
            </p:extLst>
          </p:nvPr>
        </p:nvGraphicFramePr>
        <p:xfrm>
          <a:off x="3962401" y="1844824"/>
          <a:ext cx="38703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5" name="Equation" r:id="rId5" imgW="1625400" imgH="444240" progId="Equation.DSMT4">
                  <p:embed/>
                </p:oleObj>
              </mc:Choice>
              <mc:Fallback>
                <p:oleObj name="Equation" r:id="rId5" imgW="1625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844824"/>
                        <a:ext cx="387032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87528"/>
              </p:ext>
            </p:extLst>
          </p:nvPr>
        </p:nvGraphicFramePr>
        <p:xfrm>
          <a:off x="3048001" y="685800"/>
          <a:ext cx="7112987" cy="115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6" name="Equation" r:id="rId7" imgW="2717640" imgH="444240" progId="Equation.DSMT4">
                  <p:embed/>
                </p:oleObj>
              </mc:Choice>
              <mc:Fallback>
                <p:oleObj name="Equation" r:id="rId7" imgW="2717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685800"/>
                        <a:ext cx="7112987" cy="1159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1981200" y="2133600"/>
            <a:ext cx="152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所以：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1847528" y="3140969"/>
            <a:ext cx="8305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这样：系数         可以省略，因此，双线性</a:t>
            </a:r>
            <a:r>
              <a:rPr lang="en-US" altLang="zh-CN" sz="2800" dirty="0"/>
              <a:t>Z</a:t>
            </a:r>
            <a:r>
              <a:rPr lang="zh-CN" altLang="en-US" sz="2800" dirty="0"/>
              <a:t>变换又可定义为 ：</a:t>
            </a:r>
          </a:p>
        </p:txBody>
      </p:sp>
      <p:graphicFrame>
        <p:nvGraphicFramePr>
          <p:cNvPr id="809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878453"/>
              </p:ext>
            </p:extLst>
          </p:nvPr>
        </p:nvGraphicFramePr>
        <p:xfrm>
          <a:off x="3719736" y="3068960"/>
          <a:ext cx="8382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7" name="Equation" r:id="rId9" imgW="304560" imgH="228600" progId="Equation.DSMT4">
                  <p:embed/>
                </p:oleObj>
              </mc:Choice>
              <mc:Fallback>
                <p:oleObj name="Equation" r:id="rId9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3068960"/>
                        <a:ext cx="8382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06" name="Group 10"/>
          <p:cNvGrpSpPr>
            <a:grpSpLocks/>
          </p:cNvGrpSpPr>
          <p:nvPr/>
        </p:nvGrpSpPr>
        <p:grpSpPr bwMode="auto">
          <a:xfrm>
            <a:off x="3833192" y="3573016"/>
            <a:ext cx="5791200" cy="2178050"/>
            <a:chOff x="1872" y="2088"/>
            <a:chExt cx="3648" cy="1372"/>
          </a:xfrm>
        </p:grpSpPr>
        <p:graphicFrame>
          <p:nvGraphicFramePr>
            <p:cNvPr id="8090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5906896"/>
                </p:ext>
              </p:extLst>
            </p:nvPr>
          </p:nvGraphicFramePr>
          <p:xfrm>
            <a:off x="1891" y="2116"/>
            <a:ext cx="960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48" name="公式" r:id="rId11" imgW="558720" imgH="393480" progId="Equation.3">
                    <p:embed/>
                  </p:oleObj>
                </mc:Choice>
                <mc:Fallback>
                  <p:oleObj name="公式" r:id="rId11" imgW="5587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2116"/>
                          <a:ext cx="960" cy="6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08" name="Object 12"/>
            <p:cNvGraphicFramePr>
              <a:graphicFrameLocks noChangeAspect="1"/>
            </p:cNvGraphicFramePr>
            <p:nvPr/>
          </p:nvGraphicFramePr>
          <p:xfrm>
            <a:off x="3504" y="2088"/>
            <a:ext cx="960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49" name="公式" r:id="rId13" imgW="558720" imgH="393480" progId="Equation.3">
                    <p:embed/>
                  </p:oleObj>
                </mc:Choice>
                <mc:Fallback>
                  <p:oleObj name="公式" r:id="rId13" imgW="5587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088"/>
                          <a:ext cx="960" cy="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09" name="Object 13"/>
            <p:cNvGraphicFramePr>
              <a:graphicFrameLocks noChangeAspect="1"/>
            </p:cNvGraphicFramePr>
            <p:nvPr/>
          </p:nvGraphicFramePr>
          <p:xfrm>
            <a:off x="1872" y="2832"/>
            <a:ext cx="1200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50" name="公式" r:id="rId15" imgW="749160" imgH="393480" progId="Equation.3">
                    <p:embed/>
                  </p:oleObj>
                </mc:Choice>
                <mc:Fallback>
                  <p:oleObj name="公式" r:id="rId15" imgW="749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832"/>
                          <a:ext cx="1200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0" name="Object 14"/>
            <p:cNvGraphicFramePr>
              <a:graphicFrameLocks noChangeAspect="1"/>
            </p:cNvGraphicFramePr>
            <p:nvPr/>
          </p:nvGraphicFramePr>
          <p:xfrm>
            <a:off x="3552" y="2976"/>
            <a:ext cx="196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51" name="公式" r:id="rId17" imgW="1002960" imgH="203040" progId="Equation.3">
                    <p:embed/>
                  </p:oleObj>
                </mc:Choice>
                <mc:Fallback>
                  <p:oleObj name="公式" r:id="rId17" imgW="10029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976"/>
                          <a:ext cx="1968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" name="墨迹 1"/>
              <p14:cNvContentPartPr/>
              <p14:nvPr/>
            </p14:nvContentPartPr>
            <p14:xfrm>
              <a:off x="3314640" y="120600"/>
              <a:ext cx="6026400" cy="64188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05280" y="111240"/>
                <a:ext cx="6045120" cy="660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755840" y="5766356"/>
            <a:ext cx="87326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这一组定义和前面的定义，对最后的 </a:t>
            </a:r>
            <a:r>
              <a:rPr lang="en-US" altLang="zh-CN" dirty="0"/>
              <a:t>DF </a:t>
            </a:r>
            <a:r>
              <a:rPr lang="zh-CN" altLang="en-US" dirty="0"/>
              <a:t>而言，结果是一样的，差别是中间设计的 </a:t>
            </a:r>
            <a:r>
              <a:rPr lang="en-US" altLang="zh-CN" dirty="0"/>
              <a:t>AF</a:t>
            </a:r>
            <a:r>
              <a:rPr lang="zh-CN" altLang="en-US" dirty="0"/>
              <a:t>， 由于缺少了频率定标</a:t>
            </a:r>
          </a:p>
        </p:txBody>
      </p:sp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911811"/>
              </p:ext>
            </p:extLst>
          </p:nvPr>
        </p:nvGraphicFramePr>
        <p:xfrm>
          <a:off x="7950201" y="6181726"/>
          <a:ext cx="738088" cy="531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2" name="Equation" r:id="rId21" imgW="317160" imgH="228600" progId="Equation.DSMT4">
                  <p:embed/>
                </p:oleObj>
              </mc:Choice>
              <mc:Fallback>
                <p:oleObj name="Equation" r:id="rId21" imgW="317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0201" y="6181726"/>
                        <a:ext cx="738088" cy="531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815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/>
      <p:bldP spid="80904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507" y="548681"/>
            <a:ext cx="591502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052" y="1052736"/>
            <a:ext cx="3653063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356" y="1916832"/>
            <a:ext cx="8816124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356" y="2492896"/>
            <a:ext cx="906764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356" y="3095858"/>
            <a:ext cx="11049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257" y="3070862"/>
            <a:ext cx="5619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657" y="3561336"/>
            <a:ext cx="9034508" cy="67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356" y="4365104"/>
            <a:ext cx="2441413" cy="50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386" y="4293097"/>
            <a:ext cx="3440678" cy="126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589241"/>
            <a:ext cx="26860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0" y="5661248"/>
            <a:ext cx="4014434" cy="111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7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38319"/>
            <a:ext cx="49339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10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44624"/>
            <a:ext cx="5035816" cy="54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14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682" y="628998"/>
            <a:ext cx="9002814" cy="121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14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2060848"/>
            <a:ext cx="8856984" cy="563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14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3652762"/>
            <a:ext cx="8823024" cy="1660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/>
              <p14:cNvContentPartPr/>
              <p14:nvPr/>
            </p14:nvContentPartPr>
            <p14:xfrm>
              <a:off x="6667320" y="1454960"/>
              <a:ext cx="3715200" cy="53388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57960" y="1445600"/>
                <a:ext cx="373392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墨迹 2"/>
              <p14:cNvContentPartPr/>
              <p14:nvPr/>
            </p14:nvContentPartPr>
            <p14:xfrm>
              <a:off x="4254600" y="2797528"/>
              <a:ext cx="1117800" cy="343440"/>
            </p14:xfrm>
          </p:contentPart>
        </mc:Choice>
        <mc:Fallback xmlns="">
          <p:pic>
            <p:nvPicPr>
              <p:cNvPr id="3" name="墨迹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45240" y="2788168"/>
                <a:ext cx="11365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墨迹 3"/>
              <p14:cNvContentPartPr/>
              <p14:nvPr/>
            </p14:nvContentPartPr>
            <p14:xfrm>
              <a:off x="6279960" y="2708920"/>
              <a:ext cx="3740760" cy="914760"/>
            </p14:xfrm>
          </p:contentPart>
        </mc:Choice>
        <mc:Fallback xmlns="">
          <p:pic>
            <p:nvPicPr>
              <p:cNvPr id="4" name="墨迹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70600" y="2699560"/>
                <a:ext cx="3759480" cy="9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26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16632"/>
            <a:ext cx="3528392" cy="387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692697"/>
            <a:ext cx="8136904" cy="47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3068961"/>
            <a:ext cx="6887761" cy="1912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2603640" y="1073160"/>
              <a:ext cx="5791320" cy="170208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94280" y="1063800"/>
                <a:ext cx="5810040" cy="17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墨迹 2"/>
              <p14:cNvContentPartPr/>
              <p14:nvPr/>
            </p14:nvContentPartPr>
            <p14:xfrm>
              <a:off x="2178120" y="2971800"/>
              <a:ext cx="1346400" cy="438480"/>
            </p14:xfrm>
          </p:contentPart>
        </mc:Choice>
        <mc:Fallback xmlns="">
          <p:pic>
            <p:nvPicPr>
              <p:cNvPr id="3" name="墨迹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8760" y="2962440"/>
                <a:ext cx="1365120" cy="4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458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33190"/>
            <a:ext cx="25908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5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476672"/>
            <a:ext cx="9073008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5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241" y="1772816"/>
            <a:ext cx="9056263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5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920" y="3861048"/>
            <a:ext cx="5454160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墨迹 3"/>
              <p14:cNvContentPartPr/>
              <p14:nvPr/>
            </p14:nvContentPartPr>
            <p14:xfrm>
              <a:off x="5518200" y="5397120"/>
              <a:ext cx="3918240" cy="1270440"/>
            </p14:xfrm>
          </p:contentPart>
        </mc:Choice>
        <mc:Fallback xmlns="">
          <p:pic>
            <p:nvPicPr>
              <p:cNvPr id="4" name="墨迹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8840" y="5387760"/>
                <a:ext cx="3936960" cy="128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947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88641"/>
            <a:ext cx="8856984" cy="515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759736"/>
            <a:ext cx="1512168" cy="509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765652"/>
            <a:ext cx="936104" cy="431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517" y="882998"/>
            <a:ext cx="2315509" cy="96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930" y="2060848"/>
            <a:ext cx="2940918" cy="411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6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5" y="2060847"/>
            <a:ext cx="1928095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69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980" y="1872706"/>
            <a:ext cx="3362325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70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370" y="4509120"/>
            <a:ext cx="8879126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67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095502"/>
            <a:ext cx="8784976" cy="449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55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616680"/>
            <a:ext cx="8928992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55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5" y="3447153"/>
            <a:ext cx="6408711" cy="103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7634648" y="4414176"/>
              <a:ext cx="2191320" cy="95904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25288" y="4404816"/>
                <a:ext cx="2210040" cy="97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16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93" name="Group 49"/>
          <p:cNvGrpSpPr>
            <a:grpSpLocks/>
          </p:cNvGrpSpPr>
          <p:nvPr/>
        </p:nvGrpSpPr>
        <p:grpSpPr bwMode="auto">
          <a:xfrm>
            <a:off x="1981200" y="1219200"/>
            <a:ext cx="1981200" cy="1828800"/>
            <a:chOff x="288" y="768"/>
            <a:chExt cx="1248" cy="1152"/>
          </a:xfrm>
        </p:grpSpPr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288" y="816"/>
              <a:ext cx="1248" cy="1104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3" name="Text Box 19"/>
            <p:cNvSpPr txBox="1">
              <a:spLocks noChangeArrowheads="1"/>
            </p:cNvSpPr>
            <p:nvPr/>
          </p:nvSpPr>
          <p:spPr bwMode="auto">
            <a:xfrm>
              <a:off x="336" y="768"/>
              <a:ext cx="912" cy="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      </a:t>
              </a:r>
              <a:r>
                <a:rPr lang="zh-CN" altLang="en-US" sz="1800" b="1"/>
                <a:t>给出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数字高通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的技术要求</a:t>
              </a:r>
              <a:endParaRPr lang="zh-CN" altLang="en-US" sz="2800" b="1"/>
            </a:p>
          </p:txBody>
        </p:sp>
        <p:graphicFrame>
          <p:nvGraphicFramePr>
            <p:cNvPr id="31764" name="Object 20"/>
            <p:cNvGraphicFramePr>
              <a:graphicFrameLocks noChangeAspect="1"/>
            </p:cNvGraphicFramePr>
            <p:nvPr/>
          </p:nvGraphicFramePr>
          <p:xfrm>
            <a:off x="1008" y="1152"/>
            <a:ext cx="48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48" name="公式" r:id="rId3" imgW="507960" imgH="241200" progId="Equation.3">
                    <p:embed/>
                  </p:oleObj>
                </mc:Choice>
                <mc:Fallback>
                  <p:oleObj name="公式" r:id="rId3" imgW="5079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152"/>
                          <a:ext cx="48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5" name="Object 21"/>
            <p:cNvGraphicFramePr>
              <a:graphicFrameLocks noChangeAspect="1"/>
            </p:cNvGraphicFramePr>
            <p:nvPr/>
          </p:nvGraphicFramePr>
          <p:xfrm>
            <a:off x="384" y="1632"/>
            <a:ext cx="83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49" name="公式" r:id="rId5" imgW="825480" imgH="241200" progId="Equation.3">
                    <p:embed/>
                  </p:oleObj>
                </mc:Choice>
                <mc:Fallback>
                  <p:oleObj name="公式" r:id="rId5" imgW="825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836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94" name="Group 50"/>
          <p:cNvGrpSpPr>
            <a:grpSpLocks/>
          </p:cNvGrpSpPr>
          <p:nvPr/>
        </p:nvGrpSpPr>
        <p:grpSpPr bwMode="auto">
          <a:xfrm>
            <a:off x="3962400" y="1219200"/>
            <a:ext cx="3276600" cy="1766888"/>
            <a:chOff x="1536" y="768"/>
            <a:chExt cx="2064" cy="1113"/>
          </a:xfrm>
        </p:grpSpPr>
        <p:sp>
          <p:nvSpPr>
            <p:cNvPr id="31752" name="Line 8"/>
            <p:cNvSpPr>
              <a:spLocks noChangeShapeType="1"/>
            </p:cNvSpPr>
            <p:nvPr/>
          </p:nvSpPr>
          <p:spPr bwMode="auto">
            <a:xfrm>
              <a:off x="1536" y="1488"/>
              <a:ext cx="8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3" name="Rectangle 9"/>
            <p:cNvSpPr>
              <a:spLocks noChangeArrowheads="1"/>
            </p:cNvSpPr>
            <p:nvPr/>
          </p:nvSpPr>
          <p:spPr bwMode="auto">
            <a:xfrm>
              <a:off x="2352" y="816"/>
              <a:ext cx="1248" cy="1056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2400" y="768"/>
              <a:ext cx="912" cy="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      </a:t>
              </a:r>
              <a:r>
                <a:rPr lang="zh-CN" altLang="en-US" sz="1800" b="1"/>
                <a:t>得到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模拟高通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的技术要求</a:t>
              </a:r>
              <a:endParaRPr lang="zh-CN" altLang="en-US" sz="2800" b="1"/>
            </a:p>
          </p:txBody>
        </p:sp>
        <p:graphicFrame>
          <p:nvGraphicFramePr>
            <p:cNvPr id="31767" name="Object 23"/>
            <p:cNvGraphicFramePr>
              <a:graphicFrameLocks noChangeAspect="1"/>
            </p:cNvGraphicFramePr>
            <p:nvPr/>
          </p:nvGraphicFramePr>
          <p:xfrm>
            <a:off x="3072" y="1152"/>
            <a:ext cx="48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0" name="公式" r:id="rId7" imgW="495000" imgH="241200" progId="Equation.3">
                    <p:embed/>
                  </p:oleObj>
                </mc:Choice>
                <mc:Fallback>
                  <p:oleObj name="公式" r:id="rId7" imgW="4950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152"/>
                          <a:ext cx="480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8" name="Object 24"/>
            <p:cNvGraphicFramePr>
              <a:graphicFrameLocks noChangeAspect="1"/>
            </p:cNvGraphicFramePr>
            <p:nvPr/>
          </p:nvGraphicFramePr>
          <p:xfrm>
            <a:off x="2448" y="1632"/>
            <a:ext cx="89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1" name="公式" r:id="rId9" imgW="863280" imgH="241200" progId="Equation.3">
                    <p:embed/>
                  </p:oleObj>
                </mc:Choice>
                <mc:Fallback>
                  <p:oleObj name="公式" r:id="rId9" imgW="8632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632"/>
                          <a:ext cx="89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2" name="Object 28"/>
            <p:cNvGraphicFramePr>
              <a:graphicFrameLocks noChangeAspect="1"/>
            </p:cNvGraphicFramePr>
            <p:nvPr/>
          </p:nvGraphicFramePr>
          <p:xfrm>
            <a:off x="1584" y="1056"/>
            <a:ext cx="768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2" name="公式" r:id="rId11" imgW="749160" imgH="393480" progId="Equation.3">
                    <p:embed/>
                  </p:oleObj>
                </mc:Choice>
                <mc:Fallback>
                  <p:oleObj name="公式" r:id="rId11" imgW="749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056"/>
                          <a:ext cx="768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3" name="Object 29"/>
            <p:cNvGraphicFramePr>
              <a:graphicFrameLocks noChangeAspect="1"/>
            </p:cNvGraphicFramePr>
            <p:nvPr/>
          </p:nvGraphicFramePr>
          <p:xfrm>
            <a:off x="1728" y="1536"/>
            <a:ext cx="44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3" name="公式" r:id="rId13" imgW="355320" imgH="203040" progId="Equation.3">
                    <p:embed/>
                  </p:oleObj>
                </mc:Choice>
                <mc:Fallback>
                  <p:oleObj name="公式" r:id="rId13" imgW="35532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536"/>
                          <a:ext cx="44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95" name="Group 51"/>
          <p:cNvGrpSpPr>
            <a:grpSpLocks/>
          </p:cNvGrpSpPr>
          <p:nvPr/>
        </p:nvGrpSpPr>
        <p:grpSpPr bwMode="auto">
          <a:xfrm>
            <a:off x="7239000" y="1143000"/>
            <a:ext cx="3048000" cy="1905000"/>
            <a:chOff x="3600" y="720"/>
            <a:chExt cx="1920" cy="1200"/>
          </a:xfrm>
        </p:grpSpPr>
        <p:sp>
          <p:nvSpPr>
            <p:cNvPr id="31754" name="Line 10"/>
            <p:cNvSpPr>
              <a:spLocks noChangeShapeType="1"/>
            </p:cNvSpPr>
            <p:nvPr/>
          </p:nvSpPr>
          <p:spPr bwMode="auto">
            <a:xfrm>
              <a:off x="3600" y="1488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5" name="Rectangle 11"/>
            <p:cNvSpPr>
              <a:spLocks noChangeArrowheads="1"/>
            </p:cNvSpPr>
            <p:nvPr/>
          </p:nvSpPr>
          <p:spPr bwMode="auto">
            <a:xfrm>
              <a:off x="4320" y="816"/>
              <a:ext cx="1200" cy="1104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9" name="Text Box 25"/>
            <p:cNvSpPr txBox="1">
              <a:spLocks noChangeArrowheads="1"/>
            </p:cNvSpPr>
            <p:nvPr/>
          </p:nvSpPr>
          <p:spPr bwMode="auto">
            <a:xfrm>
              <a:off x="4368" y="816"/>
              <a:ext cx="864" cy="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得到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模拟低通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的技术要求</a:t>
              </a:r>
              <a:endParaRPr lang="zh-CN" altLang="en-US" sz="2800" b="1"/>
            </a:p>
          </p:txBody>
        </p:sp>
        <p:graphicFrame>
          <p:nvGraphicFramePr>
            <p:cNvPr id="31770" name="Object 26"/>
            <p:cNvGraphicFramePr>
              <a:graphicFrameLocks noChangeAspect="1"/>
            </p:cNvGraphicFramePr>
            <p:nvPr/>
          </p:nvGraphicFramePr>
          <p:xfrm>
            <a:off x="5040" y="1104"/>
            <a:ext cx="384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4" name="公式" r:id="rId15" imgW="368280" imgH="203040" progId="Equation.3">
                    <p:embed/>
                  </p:oleObj>
                </mc:Choice>
                <mc:Fallback>
                  <p:oleObj name="公式" r:id="rId15" imgW="3682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104"/>
                          <a:ext cx="384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1" name="Object 27"/>
            <p:cNvGraphicFramePr>
              <a:graphicFrameLocks noChangeAspect="1"/>
            </p:cNvGraphicFramePr>
            <p:nvPr/>
          </p:nvGraphicFramePr>
          <p:xfrm>
            <a:off x="4416" y="1584"/>
            <a:ext cx="96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5" name="公式" r:id="rId17" imgW="787320" imgH="241200" progId="Equation.3">
                    <p:embed/>
                  </p:oleObj>
                </mc:Choice>
                <mc:Fallback>
                  <p:oleObj name="公式" r:id="rId17" imgW="78732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584"/>
                          <a:ext cx="96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4" name="Object 30"/>
            <p:cNvGraphicFramePr>
              <a:graphicFrameLocks noChangeAspect="1"/>
            </p:cNvGraphicFramePr>
            <p:nvPr/>
          </p:nvGraphicFramePr>
          <p:xfrm>
            <a:off x="3744" y="720"/>
            <a:ext cx="496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6" name="公式" r:id="rId19" imgW="507960" imgH="444240" progId="Equation.3">
                    <p:embed/>
                  </p:oleObj>
                </mc:Choice>
                <mc:Fallback>
                  <p:oleObj name="公式" r:id="rId19" imgW="50796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720"/>
                          <a:ext cx="496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5" name="Object 31"/>
            <p:cNvGraphicFramePr>
              <a:graphicFrameLocks noChangeAspect="1"/>
            </p:cNvGraphicFramePr>
            <p:nvPr/>
          </p:nvGraphicFramePr>
          <p:xfrm>
            <a:off x="3744" y="1104"/>
            <a:ext cx="37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7" name="公式" r:id="rId21" imgW="406080" imgH="419040" progId="Equation.3">
                    <p:embed/>
                  </p:oleObj>
                </mc:Choice>
                <mc:Fallback>
                  <p:oleObj name="公式" r:id="rId21" imgW="40608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104"/>
                          <a:ext cx="371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6" name="Object 32"/>
            <p:cNvGraphicFramePr>
              <a:graphicFrameLocks noChangeAspect="1"/>
            </p:cNvGraphicFramePr>
            <p:nvPr/>
          </p:nvGraphicFramePr>
          <p:xfrm>
            <a:off x="3696" y="1536"/>
            <a:ext cx="504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8" name="公式" r:id="rId23" imgW="380880" imgH="203040" progId="Equation.3">
                    <p:embed/>
                  </p:oleObj>
                </mc:Choice>
                <mc:Fallback>
                  <p:oleObj name="公式" r:id="rId23" imgW="3808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536"/>
                          <a:ext cx="504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96" name="Group 52"/>
          <p:cNvGrpSpPr>
            <a:grpSpLocks/>
          </p:cNvGrpSpPr>
          <p:nvPr/>
        </p:nvGrpSpPr>
        <p:grpSpPr bwMode="auto">
          <a:xfrm>
            <a:off x="7924800" y="3048000"/>
            <a:ext cx="1981200" cy="2209800"/>
            <a:chOff x="4032" y="1920"/>
            <a:chExt cx="1248" cy="1392"/>
          </a:xfrm>
        </p:grpSpPr>
        <p:sp>
          <p:nvSpPr>
            <p:cNvPr id="31756" name="Line 12"/>
            <p:cNvSpPr>
              <a:spLocks noChangeShapeType="1"/>
            </p:cNvSpPr>
            <p:nvPr/>
          </p:nvSpPr>
          <p:spPr bwMode="auto">
            <a:xfrm>
              <a:off x="5280" y="1920"/>
              <a:ext cx="0" cy="9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7" name="Line 13"/>
            <p:cNvSpPr>
              <a:spLocks noChangeShapeType="1"/>
            </p:cNvSpPr>
            <p:nvPr/>
          </p:nvSpPr>
          <p:spPr bwMode="auto">
            <a:xfrm flipH="1">
              <a:off x="4772" y="2928"/>
              <a:ext cx="5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8" name="Rectangle 14"/>
            <p:cNvSpPr>
              <a:spLocks noChangeArrowheads="1"/>
            </p:cNvSpPr>
            <p:nvPr/>
          </p:nvSpPr>
          <p:spPr bwMode="auto">
            <a:xfrm>
              <a:off x="4032" y="2592"/>
              <a:ext cx="720" cy="62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7" name="Text Box 33"/>
            <p:cNvSpPr txBox="1">
              <a:spLocks noChangeArrowheads="1"/>
            </p:cNvSpPr>
            <p:nvPr/>
          </p:nvSpPr>
          <p:spPr bwMode="auto">
            <a:xfrm>
              <a:off x="4080" y="2688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设计出</a:t>
              </a:r>
            </a:p>
          </p:txBody>
        </p:sp>
        <p:graphicFrame>
          <p:nvGraphicFramePr>
            <p:cNvPr id="31778" name="Object 34"/>
            <p:cNvGraphicFramePr>
              <a:graphicFrameLocks noChangeAspect="1"/>
            </p:cNvGraphicFramePr>
            <p:nvPr/>
          </p:nvGraphicFramePr>
          <p:xfrm>
            <a:off x="4128" y="2928"/>
            <a:ext cx="432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59" name="公式" r:id="rId25" imgW="368280" imgH="203040" progId="Equation.3">
                    <p:embed/>
                  </p:oleObj>
                </mc:Choice>
                <mc:Fallback>
                  <p:oleObj name="公式" r:id="rId25" imgW="3682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928"/>
                          <a:ext cx="432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9" name="Object 35"/>
            <p:cNvGraphicFramePr>
              <a:graphicFrameLocks noChangeAspect="1"/>
            </p:cNvGraphicFramePr>
            <p:nvPr/>
          </p:nvGraphicFramePr>
          <p:xfrm>
            <a:off x="4800" y="3050"/>
            <a:ext cx="480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0" name="Equation" r:id="rId27" imgW="368280" imgH="203040" progId="Equation.DSMT4">
                    <p:embed/>
                  </p:oleObj>
                </mc:Choice>
                <mc:Fallback>
                  <p:oleObj name="Equation" r:id="rId27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3050"/>
                          <a:ext cx="480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97" name="Group 53"/>
          <p:cNvGrpSpPr>
            <a:grpSpLocks/>
          </p:cNvGrpSpPr>
          <p:nvPr/>
        </p:nvGrpSpPr>
        <p:grpSpPr bwMode="auto">
          <a:xfrm>
            <a:off x="4800600" y="3962400"/>
            <a:ext cx="3124200" cy="1524000"/>
            <a:chOff x="2064" y="2496"/>
            <a:chExt cx="1968" cy="960"/>
          </a:xfrm>
        </p:grpSpPr>
        <p:sp>
          <p:nvSpPr>
            <p:cNvPr id="31759" name="Line 15"/>
            <p:cNvSpPr>
              <a:spLocks noChangeShapeType="1"/>
            </p:cNvSpPr>
            <p:nvPr/>
          </p:nvSpPr>
          <p:spPr bwMode="auto">
            <a:xfrm flipH="1">
              <a:off x="3320" y="2928"/>
              <a:ext cx="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0" name="Rectangle 16"/>
            <p:cNvSpPr>
              <a:spLocks noChangeArrowheads="1"/>
            </p:cNvSpPr>
            <p:nvPr/>
          </p:nvSpPr>
          <p:spPr bwMode="auto">
            <a:xfrm>
              <a:off x="2064" y="2496"/>
              <a:ext cx="1248" cy="960"/>
            </a:xfrm>
            <a:prstGeom prst="rect">
              <a:avLst/>
            </a:prstGeom>
            <a:solidFill>
              <a:srgbClr val="339966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80" name="Object 36"/>
            <p:cNvGraphicFramePr>
              <a:graphicFrameLocks noChangeAspect="1"/>
            </p:cNvGraphicFramePr>
            <p:nvPr/>
          </p:nvGraphicFramePr>
          <p:xfrm>
            <a:off x="3456" y="2544"/>
            <a:ext cx="500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1" name="公式" r:id="rId29" imgW="520560" imgH="406080" progId="Equation.3">
                    <p:embed/>
                  </p:oleObj>
                </mc:Choice>
                <mc:Fallback>
                  <p:oleObj name="公式" r:id="rId29" imgW="5205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544"/>
                          <a:ext cx="500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81" name="Object 37"/>
            <p:cNvGraphicFramePr>
              <a:graphicFrameLocks noChangeAspect="1"/>
            </p:cNvGraphicFramePr>
            <p:nvPr/>
          </p:nvGraphicFramePr>
          <p:xfrm>
            <a:off x="3456" y="3024"/>
            <a:ext cx="43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2" name="公式" r:id="rId31" imgW="380880" imgH="203040" progId="Equation.3">
                    <p:embed/>
                  </p:oleObj>
                </mc:Choice>
                <mc:Fallback>
                  <p:oleObj name="公式" r:id="rId31" imgW="3808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024"/>
                          <a:ext cx="432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2" name="Text Box 38"/>
            <p:cNvSpPr txBox="1">
              <a:spLocks noChangeArrowheads="1"/>
            </p:cNvSpPr>
            <p:nvPr/>
          </p:nvSpPr>
          <p:spPr bwMode="auto">
            <a:xfrm>
              <a:off x="2160" y="2544"/>
              <a:ext cx="1056" cy="75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         </a:t>
              </a:r>
              <a:r>
                <a:rPr lang="zh-CN" altLang="en-US" sz="1800" b="1"/>
                <a:t>得到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模拟高通转移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函数</a:t>
              </a:r>
              <a:endParaRPr lang="zh-CN" altLang="en-US" sz="2800" b="1"/>
            </a:p>
          </p:txBody>
        </p:sp>
        <p:graphicFrame>
          <p:nvGraphicFramePr>
            <p:cNvPr id="31783" name="Object 39"/>
            <p:cNvGraphicFramePr>
              <a:graphicFrameLocks noChangeAspect="1"/>
            </p:cNvGraphicFramePr>
            <p:nvPr/>
          </p:nvGraphicFramePr>
          <p:xfrm>
            <a:off x="2544" y="3072"/>
            <a:ext cx="540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3" name="公式" r:id="rId33" imgW="495000" imgH="241200" progId="Equation.3">
                    <p:embed/>
                  </p:oleObj>
                </mc:Choice>
                <mc:Fallback>
                  <p:oleObj name="公式" r:id="rId33" imgW="4950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072"/>
                          <a:ext cx="540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98" name="Group 54"/>
          <p:cNvGrpSpPr>
            <a:grpSpLocks/>
          </p:cNvGrpSpPr>
          <p:nvPr/>
        </p:nvGrpSpPr>
        <p:grpSpPr bwMode="auto">
          <a:xfrm>
            <a:off x="1828800" y="3810000"/>
            <a:ext cx="3092450" cy="1676400"/>
            <a:chOff x="192" y="2400"/>
            <a:chExt cx="1948" cy="1056"/>
          </a:xfrm>
        </p:grpSpPr>
        <p:sp>
          <p:nvSpPr>
            <p:cNvPr id="31761" name="Line 17"/>
            <p:cNvSpPr>
              <a:spLocks noChangeShapeType="1"/>
            </p:cNvSpPr>
            <p:nvPr/>
          </p:nvSpPr>
          <p:spPr bwMode="auto">
            <a:xfrm flipH="1">
              <a:off x="1344" y="2976"/>
              <a:ext cx="7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2" name="Rectangle 18"/>
            <p:cNvSpPr>
              <a:spLocks noChangeArrowheads="1"/>
            </p:cNvSpPr>
            <p:nvPr/>
          </p:nvSpPr>
          <p:spPr bwMode="auto">
            <a:xfrm>
              <a:off x="192" y="2400"/>
              <a:ext cx="1248" cy="1056"/>
            </a:xfrm>
            <a:prstGeom prst="rect">
              <a:avLst/>
            </a:prstGeom>
            <a:solidFill>
              <a:srgbClr val="33CCCC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84" name="Object 40"/>
            <p:cNvGraphicFramePr>
              <a:graphicFrameLocks noChangeAspect="1"/>
            </p:cNvGraphicFramePr>
            <p:nvPr/>
          </p:nvGraphicFramePr>
          <p:xfrm>
            <a:off x="1440" y="2496"/>
            <a:ext cx="624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4" name="公式" r:id="rId35" imgW="558720" imgH="393480" progId="Equation.3">
                    <p:embed/>
                  </p:oleObj>
                </mc:Choice>
                <mc:Fallback>
                  <p:oleObj name="公式" r:id="rId35" imgW="5587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496"/>
                          <a:ext cx="624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85" name="Object 41"/>
            <p:cNvGraphicFramePr>
              <a:graphicFrameLocks noChangeAspect="1"/>
            </p:cNvGraphicFramePr>
            <p:nvPr/>
          </p:nvGraphicFramePr>
          <p:xfrm>
            <a:off x="1536" y="3024"/>
            <a:ext cx="43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5" name="公式" r:id="rId37" imgW="368280" imgH="190440" progId="Equation.3">
                    <p:embed/>
                  </p:oleObj>
                </mc:Choice>
                <mc:Fallback>
                  <p:oleObj name="公式" r:id="rId37" imgW="3682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024"/>
                          <a:ext cx="43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7" name="Text Box 43"/>
            <p:cNvSpPr txBox="1">
              <a:spLocks noChangeArrowheads="1"/>
            </p:cNvSpPr>
            <p:nvPr/>
          </p:nvSpPr>
          <p:spPr bwMode="auto">
            <a:xfrm>
              <a:off x="288" y="2592"/>
              <a:ext cx="1056" cy="7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最后得到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数字高通转移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 b="1"/>
                <a:t>函数</a:t>
              </a:r>
            </a:p>
          </p:txBody>
        </p:sp>
        <p:graphicFrame>
          <p:nvGraphicFramePr>
            <p:cNvPr id="31788" name="Object 44"/>
            <p:cNvGraphicFramePr>
              <a:graphicFrameLocks noChangeAspect="1"/>
            </p:cNvGraphicFramePr>
            <p:nvPr/>
          </p:nvGraphicFramePr>
          <p:xfrm>
            <a:off x="720" y="3088"/>
            <a:ext cx="5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466" name="公式" r:id="rId39" imgW="507960" imgH="241200" progId="Equation.3">
                    <p:embed/>
                  </p:oleObj>
                </mc:Choice>
                <mc:Fallback>
                  <p:oleObj name="公式" r:id="rId39" imgW="5079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088"/>
                          <a:ext cx="5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89" name="Text Box 45"/>
          <p:cNvSpPr txBox="1">
            <a:spLocks noChangeArrowheads="1"/>
          </p:cNvSpPr>
          <p:nvPr/>
        </p:nvSpPr>
        <p:spPr bwMode="auto">
          <a:xfrm>
            <a:off x="3581400" y="6096000"/>
            <a:ext cx="533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/>
              <a:t>数字高通滤波器设计步骤</a:t>
            </a:r>
          </a:p>
        </p:txBody>
      </p:sp>
      <p:sp>
        <p:nvSpPr>
          <p:cNvPr id="31790" name="Text Box 46"/>
          <p:cNvSpPr txBox="1">
            <a:spLocks noChangeArrowheads="1"/>
          </p:cNvSpPr>
          <p:nvPr/>
        </p:nvSpPr>
        <p:spPr bwMode="auto">
          <a:xfrm>
            <a:off x="387350" y="277054"/>
            <a:ext cx="8915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2"/>
                </a:solidFill>
                <a:latin typeface="方正姚体" pitchFamily="2" charset="-122"/>
                <a:ea typeface="方正姚体" pitchFamily="2" charset="-122"/>
              </a:rPr>
              <a:t>6.6 </a:t>
            </a:r>
            <a:r>
              <a:rPr lang="zh-CN" altLang="en-US" sz="3200" dirty="0">
                <a:solidFill>
                  <a:schemeClr val="tx2"/>
                </a:solidFill>
                <a:latin typeface="方正姚体" pitchFamily="2" charset="-122"/>
                <a:ea typeface="方正姚体" pitchFamily="2" charset="-122"/>
              </a:rPr>
              <a:t>数字高通滤波器的设计</a:t>
            </a:r>
          </a:p>
        </p:txBody>
      </p:sp>
    </p:spTree>
    <p:extLst>
      <p:ext uri="{BB962C8B-B14F-4D97-AF65-F5344CB8AC3E}">
        <p14:creationId xmlns:p14="http://schemas.microsoft.com/office/powerpoint/2010/main" val="56601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908720"/>
            <a:ext cx="10606708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6827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060" y="116632"/>
            <a:ext cx="9019436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349079"/>
            <a:ext cx="20764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897" y="1357313"/>
            <a:ext cx="6858384" cy="1410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190" y="2955022"/>
            <a:ext cx="1371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1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789" y="2924945"/>
            <a:ext cx="4740595" cy="104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1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090" y="4149081"/>
            <a:ext cx="468630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2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830" y="4725145"/>
            <a:ext cx="5916778" cy="86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2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481" y="4797153"/>
            <a:ext cx="16002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252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156" y="5733256"/>
            <a:ext cx="3108126" cy="9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956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8" y="1334851"/>
            <a:ext cx="6912768" cy="504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5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3" y="2132856"/>
            <a:ext cx="7255753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5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1" y="3531097"/>
            <a:ext cx="555307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5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600" y="4107160"/>
            <a:ext cx="46672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9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4724</TotalTime>
  <Words>227</Words>
  <Application>Microsoft Office PowerPoint</Application>
  <PresentationFormat>宽屏</PresentationFormat>
  <Paragraphs>45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方正姚体</vt:lpstr>
      <vt:lpstr>隶书</vt:lpstr>
      <vt:lpstr>宋体</vt:lpstr>
      <vt:lpstr>Arial</vt:lpstr>
      <vt:lpstr>Times New Roman</vt:lpstr>
      <vt:lpstr>Wingdings</vt:lpstr>
      <vt:lpstr>Soaring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数字信号处理fxj</dc:title>
  <dc:creator>fff</dc:creator>
  <cp:lastModifiedBy>fuxj</cp:lastModifiedBy>
  <cp:revision>268</cp:revision>
  <dcterms:created xsi:type="dcterms:W3CDTF">1999-03-15T03:12:22Z</dcterms:created>
  <dcterms:modified xsi:type="dcterms:W3CDTF">2026-03-22T02:34:08Z</dcterms:modified>
</cp:coreProperties>
</file>